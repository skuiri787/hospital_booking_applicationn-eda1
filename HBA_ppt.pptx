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82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58" y="10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am Kuiri" userId="6e998787ffb65f0c" providerId="LiveId" clId="{992E50E2-4F0C-4A63-A5EC-F4DFDA4F1202}"/>
    <pc:docChg chg="custSel addSld modSld">
      <pc:chgData name="Shubham Kuiri" userId="6e998787ffb65f0c" providerId="LiveId" clId="{992E50E2-4F0C-4A63-A5EC-F4DFDA4F1202}" dt="2026-09-14T14:03:55.068" v="258"/>
      <pc:docMkLst>
        <pc:docMk/>
      </pc:docMkLst>
      <pc:sldChg chg="modSp mod">
        <pc:chgData name="Shubham Kuiri" userId="6e998787ffb65f0c" providerId="LiveId" clId="{992E50E2-4F0C-4A63-A5EC-F4DFDA4F1202}" dt="2026-09-08T09:59:53.221" v="9" actId="20577"/>
        <pc:sldMkLst>
          <pc:docMk/>
          <pc:sldMk cId="0" sldId="256"/>
        </pc:sldMkLst>
        <pc:spChg chg="mod">
          <ac:chgData name="Shubham Kuiri" userId="6e998787ffb65f0c" providerId="LiveId" clId="{992E50E2-4F0C-4A63-A5EC-F4DFDA4F1202}" dt="2026-09-08T09:59:53.221" v="9" actId="20577"/>
          <ac:spMkLst>
            <pc:docMk/>
            <pc:sldMk cId="0" sldId="256"/>
            <ac:spMk id="10" creationId="{00000000-0000-0000-0000-000000000000}"/>
          </ac:spMkLst>
        </pc:spChg>
      </pc:sldChg>
      <pc:sldChg chg="modSp mod">
        <pc:chgData name="Shubham Kuiri" userId="6e998787ffb65f0c" providerId="LiveId" clId="{992E50E2-4F0C-4A63-A5EC-F4DFDA4F1202}" dt="2026-09-12T12:26:05.374" v="68" actId="255"/>
        <pc:sldMkLst>
          <pc:docMk/>
          <pc:sldMk cId="0" sldId="257"/>
        </pc:sldMkLst>
        <pc:spChg chg="mod">
          <ac:chgData name="Shubham Kuiri" userId="6e998787ffb65f0c" providerId="LiveId" clId="{992E50E2-4F0C-4A63-A5EC-F4DFDA4F1202}" dt="2026-09-12T12:25:58.592" v="66" actId="255"/>
          <ac:spMkLst>
            <pc:docMk/>
            <pc:sldMk cId="0" sldId="257"/>
            <ac:spMk id="7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6:02.254" v="67" actId="255"/>
          <ac:spMkLst>
            <pc:docMk/>
            <pc:sldMk cId="0" sldId="257"/>
            <ac:spMk id="10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6:05.374" v="68" actId="255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5:49.463" v="64" actId="255"/>
          <ac:spMkLst>
            <pc:docMk/>
            <pc:sldMk cId="0" sldId="257"/>
            <ac:spMk id="15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5:53.597" v="65" actId="255"/>
          <ac:spMkLst>
            <pc:docMk/>
            <pc:sldMk cId="0" sldId="257"/>
            <ac:spMk id="17" creationId="{00000000-0000-0000-0000-000000000000}"/>
          </ac:spMkLst>
        </pc:spChg>
      </pc:sldChg>
      <pc:sldChg chg="modSp mod">
        <pc:chgData name="Shubham Kuiri" userId="6e998787ffb65f0c" providerId="LiveId" clId="{992E50E2-4F0C-4A63-A5EC-F4DFDA4F1202}" dt="2026-09-12T12:25:28.096" v="63" actId="255"/>
        <pc:sldMkLst>
          <pc:docMk/>
          <pc:sldMk cId="0" sldId="258"/>
        </pc:sldMkLst>
        <pc:spChg chg="mod">
          <ac:chgData name="Shubham Kuiri" userId="6e998787ffb65f0c" providerId="LiveId" clId="{992E50E2-4F0C-4A63-A5EC-F4DFDA4F1202}" dt="2026-09-12T12:24:55.622" v="57" actId="255"/>
          <ac:spMkLst>
            <pc:docMk/>
            <pc:sldMk cId="0" sldId="258"/>
            <ac:spMk id="7" creationId="{00000000-0000-0000-0000-000000000000}"/>
          </ac:spMkLst>
        </pc:spChg>
        <pc:spChg chg="mod">
          <ac:chgData name="Shubham Kuiri" userId="6e998787ffb65f0c" providerId="LiveId" clId="{992E50E2-4F0C-4A63-A5EC-F4DFDA4F1202}" dt="2026-09-08T10:00:22.621" v="13" actId="14100"/>
          <ac:spMkLst>
            <pc:docMk/>
            <pc:sldMk cId="0" sldId="258"/>
            <ac:spMk id="9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4:58.351" v="58" actId="255"/>
          <ac:spMkLst>
            <pc:docMk/>
            <pc:sldMk cId="0" sldId="258"/>
            <ac:spMk id="10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5:01.449" v="59" actId="255"/>
          <ac:spMkLst>
            <pc:docMk/>
            <pc:sldMk cId="0" sldId="258"/>
            <ac:spMk id="13" creationId="{00000000-0000-0000-0000-000000000000}"/>
          </ac:spMkLst>
        </pc:spChg>
        <pc:spChg chg="mod">
          <ac:chgData name="Shubham Kuiri" userId="6e998787ffb65f0c" providerId="LiveId" clId="{992E50E2-4F0C-4A63-A5EC-F4DFDA4F1202}" dt="2026-09-08T10:00:15.678" v="11" actId="14100"/>
          <ac:spMkLst>
            <pc:docMk/>
            <pc:sldMk cId="0" sldId="258"/>
            <ac:spMk id="15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5:06.503" v="60" actId="255"/>
          <ac:spMkLst>
            <pc:docMk/>
            <pc:sldMk cId="0" sldId="258"/>
            <ac:spMk id="16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5:21.477" v="62" actId="255"/>
          <ac:spMkLst>
            <pc:docMk/>
            <pc:sldMk cId="0" sldId="258"/>
            <ac:spMk id="17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5:28.096" v="63" actId="255"/>
          <ac:spMkLst>
            <pc:docMk/>
            <pc:sldMk cId="0" sldId="258"/>
            <ac:spMk id="20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4:16.640" v="55" actId="255"/>
          <ac:spMkLst>
            <pc:docMk/>
            <pc:sldMk cId="0" sldId="258"/>
            <ac:spMk id="21" creationId="{00000000-0000-0000-0000-000000000000}"/>
          </ac:spMkLst>
        </pc:spChg>
      </pc:sldChg>
      <pc:sldChg chg="modSp mod">
        <pc:chgData name="Shubham Kuiri" userId="6e998787ffb65f0c" providerId="LiveId" clId="{992E50E2-4F0C-4A63-A5EC-F4DFDA4F1202}" dt="2026-09-12T12:24:07.836" v="54" actId="255"/>
        <pc:sldMkLst>
          <pc:docMk/>
          <pc:sldMk cId="0" sldId="259"/>
        </pc:sldMkLst>
        <pc:spChg chg="mod">
          <ac:chgData name="Shubham Kuiri" userId="6e998787ffb65f0c" providerId="LiveId" clId="{992E50E2-4F0C-4A63-A5EC-F4DFDA4F1202}" dt="2026-09-12T12:23:21.200" v="41" actId="255"/>
          <ac:spMkLst>
            <pc:docMk/>
            <pc:sldMk cId="0" sldId="259"/>
            <ac:spMk id="8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3:51.278" v="49" actId="255"/>
          <ac:spMkLst>
            <pc:docMk/>
            <pc:sldMk cId="0" sldId="259"/>
            <ac:spMk id="9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3:21.891" v="42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3:25.105" v="43" actId="255"/>
          <ac:spMkLst>
            <pc:docMk/>
            <pc:sldMk cId="0" sldId="259"/>
            <ac:spMk id="13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3:54.651" v="50" actId="255"/>
          <ac:spMkLst>
            <pc:docMk/>
            <pc:sldMk cId="0" sldId="259"/>
            <ac:spMk id="14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3:29.351" v="44" actId="255"/>
          <ac:spMkLst>
            <pc:docMk/>
            <pc:sldMk cId="0" sldId="259"/>
            <ac:spMk id="18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3:58.312" v="51" actId="255"/>
          <ac:spMkLst>
            <pc:docMk/>
            <pc:sldMk cId="0" sldId="259"/>
            <ac:spMk id="19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3:42.051" v="46" actId="255"/>
          <ac:spMkLst>
            <pc:docMk/>
            <pc:sldMk cId="0" sldId="259"/>
            <ac:spMk id="23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4:01.528" v="52" actId="255"/>
          <ac:spMkLst>
            <pc:docMk/>
            <pc:sldMk cId="0" sldId="259"/>
            <ac:spMk id="24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3:45.166" v="47" actId="255"/>
          <ac:spMkLst>
            <pc:docMk/>
            <pc:sldMk cId="0" sldId="259"/>
            <ac:spMk id="28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4:04.656" v="53" actId="255"/>
          <ac:spMkLst>
            <pc:docMk/>
            <pc:sldMk cId="0" sldId="259"/>
            <ac:spMk id="29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3:38.725" v="45" actId="255"/>
          <ac:spMkLst>
            <pc:docMk/>
            <pc:sldMk cId="0" sldId="259"/>
            <ac:spMk id="33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4:07.836" v="54" actId="255"/>
          <ac:spMkLst>
            <pc:docMk/>
            <pc:sldMk cId="0" sldId="259"/>
            <ac:spMk id="34" creationId="{00000000-0000-0000-0000-000000000000}"/>
          </ac:spMkLst>
        </pc:spChg>
      </pc:sldChg>
      <pc:sldChg chg="modSp mod">
        <pc:chgData name="Shubham Kuiri" userId="6e998787ffb65f0c" providerId="LiveId" clId="{992E50E2-4F0C-4A63-A5EC-F4DFDA4F1202}" dt="2026-09-12T12:22:27.901" v="40" actId="255"/>
        <pc:sldMkLst>
          <pc:docMk/>
          <pc:sldMk cId="0" sldId="277"/>
        </pc:sldMkLst>
        <pc:spChg chg="mod">
          <ac:chgData name="Shubham Kuiri" userId="6e998787ffb65f0c" providerId="LiveId" clId="{992E50E2-4F0C-4A63-A5EC-F4DFDA4F1202}" dt="2026-09-12T12:22:15.650" v="36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2:04.864" v="33" actId="255"/>
          <ac:spMkLst>
            <pc:docMk/>
            <pc:sldMk cId="0" sldId="277"/>
            <ac:spMk id="9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2:18.473" v="37" actId="255"/>
          <ac:spMkLst>
            <pc:docMk/>
            <pc:sldMk cId="0" sldId="277"/>
            <ac:spMk id="13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2:00.327" v="31" actId="25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2:21.282" v="38" actId="1076"/>
          <ac:spMkLst>
            <pc:docMk/>
            <pc:sldMk cId="0" sldId="277"/>
            <ac:spMk id="15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2:24.380" v="39" actId="255"/>
          <ac:spMkLst>
            <pc:docMk/>
            <pc:sldMk cId="0" sldId="277"/>
            <ac:spMk id="18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2:08.052" v="34" actId="255"/>
          <ac:spMkLst>
            <pc:docMk/>
            <pc:sldMk cId="0" sldId="277"/>
            <ac:spMk id="19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2:27.901" v="40" actId="255"/>
          <ac:spMkLst>
            <pc:docMk/>
            <pc:sldMk cId="0" sldId="277"/>
            <ac:spMk id="23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2:11.471" v="35" actId="255"/>
          <ac:spMkLst>
            <pc:docMk/>
            <pc:sldMk cId="0" sldId="277"/>
            <ac:spMk id="24" creationId="{00000000-0000-0000-0000-000000000000}"/>
          </ac:spMkLst>
        </pc:spChg>
      </pc:sldChg>
      <pc:sldChg chg="modSp mod">
        <pc:chgData name="Shubham Kuiri" userId="6e998787ffb65f0c" providerId="LiveId" clId="{992E50E2-4F0C-4A63-A5EC-F4DFDA4F1202}" dt="2026-09-12T12:21:49.149" v="30" actId="255"/>
        <pc:sldMkLst>
          <pc:docMk/>
          <pc:sldMk cId="0" sldId="278"/>
        </pc:sldMkLst>
        <pc:spChg chg="mod">
          <ac:chgData name="Shubham Kuiri" userId="6e998787ffb65f0c" providerId="LiveId" clId="{992E50E2-4F0C-4A63-A5EC-F4DFDA4F1202}" dt="2026-09-12T12:21:36.093" v="27" actId="255"/>
          <ac:spMkLst>
            <pc:docMk/>
            <pc:sldMk cId="0" sldId="278"/>
            <ac:spMk id="8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1:19.882" v="23" actId="255"/>
          <ac:spMkLst>
            <pc:docMk/>
            <pc:sldMk cId="0" sldId="278"/>
            <ac:spMk id="9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1:41.512" v="28" actId="255"/>
          <ac:spMkLst>
            <pc:docMk/>
            <pc:sldMk cId="0" sldId="278"/>
            <ac:spMk id="13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1:23.672" v="24" actId="255"/>
          <ac:spMkLst>
            <pc:docMk/>
            <pc:sldMk cId="0" sldId="278"/>
            <ac:spMk id="14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1:45.379" v="29" actId="255"/>
          <ac:spMkLst>
            <pc:docMk/>
            <pc:sldMk cId="0" sldId="278"/>
            <ac:spMk id="18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1:27.090" v="25" actId="255"/>
          <ac:spMkLst>
            <pc:docMk/>
            <pc:sldMk cId="0" sldId="278"/>
            <ac:spMk id="19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1:49.149" v="30" actId="255"/>
          <ac:spMkLst>
            <pc:docMk/>
            <pc:sldMk cId="0" sldId="278"/>
            <ac:spMk id="23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1:32.815" v="26" actId="255"/>
          <ac:spMkLst>
            <pc:docMk/>
            <pc:sldMk cId="0" sldId="278"/>
            <ac:spMk id="24" creationId="{00000000-0000-0000-0000-000000000000}"/>
          </ac:spMkLst>
        </pc:spChg>
      </pc:sldChg>
      <pc:sldChg chg="modSp mod">
        <pc:chgData name="Shubham Kuiri" userId="6e998787ffb65f0c" providerId="LiveId" clId="{992E50E2-4F0C-4A63-A5EC-F4DFDA4F1202}" dt="2026-09-12T12:21:06.161" v="22" actId="255"/>
        <pc:sldMkLst>
          <pc:docMk/>
          <pc:sldMk cId="0" sldId="279"/>
        </pc:sldMkLst>
        <pc:spChg chg="mod">
          <ac:chgData name="Shubham Kuiri" userId="6e998787ffb65f0c" providerId="LiveId" clId="{992E50E2-4F0C-4A63-A5EC-F4DFDA4F1202}" dt="2026-09-12T12:20:53.443" v="19" actId="255"/>
          <ac:spMkLst>
            <pc:docMk/>
            <pc:sldMk cId="0" sldId="279"/>
            <ac:spMk id="8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0:36.588" v="15" actId="255"/>
          <ac:spMkLst>
            <pc:docMk/>
            <pc:sldMk cId="0" sldId="279"/>
            <ac:spMk id="9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0:56.827" v="20" actId="255"/>
          <ac:spMkLst>
            <pc:docMk/>
            <pc:sldMk cId="0" sldId="279"/>
            <ac:spMk id="13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0:39.816" v="16" actId="255"/>
          <ac:spMkLst>
            <pc:docMk/>
            <pc:sldMk cId="0" sldId="279"/>
            <ac:spMk id="14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1:02.231" v="21" actId="255"/>
          <ac:spMkLst>
            <pc:docMk/>
            <pc:sldMk cId="0" sldId="279"/>
            <ac:spMk id="18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0:43.638" v="17" actId="255"/>
          <ac:spMkLst>
            <pc:docMk/>
            <pc:sldMk cId="0" sldId="279"/>
            <ac:spMk id="19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1:06.161" v="22" actId="255"/>
          <ac:spMkLst>
            <pc:docMk/>
            <pc:sldMk cId="0" sldId="279"/>
            <ac:spMk id="23" creationId="{00000000-0000-0000-0000-000000000000}"/>
          </ac:spMkLst>
        </pc:spChg>
        <pc:spChg chg="mod">
          <ac:chgData name="Shubham Kuiri" userId="6e998787ffb65f0c" providerId="LiveId" clId="{992E50E2-4F0C-4A63-A5EC-F4DFDA4F1202}" dt="2026-09-12T12:20:47.583" v="18" actId="255"/>
          <ac:spMkLst>
            <pc:docMk/>
            <pc:sldMk cId="0" sldId="279"/>
            <ac:spMk id="24" creationId="{00000000-0000-0000-0000-000000000000}"/>
          </ac:spMkLst>
        </pc:spChg>
      </pc:sldChg>
      <pc:sldChg chg="addSp delSp modSp add mod">
        <pc:chgData name="Shubham Kuiri" userId="6e998787ffb65f0c" providerId="LiveId" clId="{992E50E2-4F0C-4A63-A5EC-F4DFDA4F1202}" dt="2026-09-14T14:03:55.068" v="258"/>
        <pc:sldMkLst>
          <pc:docMk/>
          <pc:sldMk cId="4254914971" sldId="282"/>
        </pc:sldMkLst>
        <pc:spChg chg="mod">
          <ac:chgData name="Shubham Kuiri" userId="6e998787ffb65f0c" providerId="LiveId" clId="{992E50E2-4F0C-4A63-A5EC-F4DFDA4F1202}" dt="2026-09-14T13:56:30.396" v="131" actId="14100"/>
          <ac:spMkLst>
            <pc:docMk/>
            <pc:sldMk cId="4254914971" sldId="282"/>
            <ac:spMk id="4" creationId="{8F1BE80B-AD14-F671-E0C3-1A7D3682E108}"/>
          </ac:spMkLst>
        </pc:spChg>
        <pc:spChg chg="del">
          <ac:chgData name="Shubham Kuiri" userId="6e998787ffb65f0c" providerId="LiveId" clId="{992E50E2-4F0C-4A63-A5EC-F4DFDA4F1202}" dt="2026-09-14T13:40:03.929" v="73" actId="478"/>
          <ac:spMkLst>
            <pc:docMk/>
            <pc:sldMk cId="4254914971" sldId="282"/>
            <ac:spMk id="5" creationId="{14353196-D510-F744-0D3A-37D0C3EFB867}"/>
          </ac:spMkLst>
        </pc:spChg>
        <pc:spChg chg="del">
          <ac:chgData name="Shubham Kuiri" userId="6e998787ffb65f0c" providerId="LiveId" clId="{992E50E2-4F0C-4A63-A5EC-F4DFDA4F1202}" dt="2026-09-14T13:40:03.929" v="73" actId="478"/>
          <ac:spMkLst>
            <pc:docMk/>
            <pc:sldMk cId="4254914971" sldId="282"/>
            <ac:spMk id="6" creationId="{0AD53858-E1E3-1094-617E-6A27820E1DB2}"/>
          </ac:spMkLst>
        </pc:spChg>
        <pc:spChg chg="del mod">
          <ac:chgData name="Shubham Kuiri" userId="6e998787ffb65f0c" providerId="LiveId" clId="{992E50E2-4F0C-4A63-A5EC-F4DFDA4F1202}" dt="2026-09-14T13:40:03.929" v="73" actId="478"/>
          <ac:spMkLst>
            <pc:docMk/>
            <pc:sldMk cId="4254914971" sldId="282"/>
            <ac:spMk id="7" creationId="{A9F0D814-188C-27A6-25FE-3D4B543E1180}"/>
          </ac:spMkLst>
        </pc:spChg>
        <pc:spChg chg="del">
          <ac:chgData name="Shubham Kuiri" userId="6e998787ffb65f0c" providerId="LiveId" clId="{992E50E2-4F0C-4A63-A5EC-F4DFDA4F1202}" dt="2026-09-14T13:40:03.929" v="73" actId="478"/>
          <ac:spMkLst>
            <pc:docMk/>
            <pc:sldMk cId="4254914971" sldId="282"/>
            <ac:spMk id="8" creationId="{D98DF81C-660A-2F9E-AC2C-B9907DB2DCEE}"/>
          </ac:spMkLst>
        </pc:spChg>
        <pc:spChg chg="del">
          <ac:chgData name="Shubham Kuiri" userId="6e998787ffb65f0c" providerId="LiveId" clId="{992E50E2-4F0C-4A63-A5EC-F4DFDA4F1202}" dt="2026-09-14T13:40:03.929" v="73" actId="478"/>
          <ac:spMkLst>
            <pc:docMk/>
            <pc:sldMk cId="4254914971" sldId="282"/>
            <ac:spMk id="9" creationId="{B11172A8-0C02-C507-075A-3F30AA0AE4D4}"/>
          </ac:spMkLst>
        </pc:spChg>
        <pc:spChg chg="del">
          <ac:chgData name="Shubham Kuiri" userId="6e998787ffb65f0c" providerId="LiveId" clId="{992E50E2-4F0C-4A63-A5EC-F4DFDA4F1202}" dt="2026-09-14T13:40:03.929" v="73" actId="478"/>
          <ac:spMkLst>
            <pc:docMk/>
            <pc:sldMk cId="4254914971" sldId="282"/>
            <ac:spMk id="10" creationId="{EE57943C-EE7D-09AA-F5D7-AA623AFB98B9}"/>
          </ac:spMkLst>
        </pc:spChg>
        <pc:spChg chg="del">
          <ac:chgData name="Shubham Kuiri" userId="6e998787ffb65f0c" providerId="LiveId" clId="{992E50E2-4F0C-4A63-A5EC-F4DFDA4F1202}" dt="2026-09-14T13:40:03.929" v="73" actId="478"/>
          <ac:spMkLst>
            <pc:docMk/>
            <pc:sldMk cId="4254914971" sldId="282"/>
            <ac:spMk id="12" creationId="{760BD014-50BB-D39D-E9E8-AEF8C8F1E47C}"/>
          </ac:spMkLst>
        </pc:spChg>
        <pc:spChg chg="del">
          <ac:chgData name="Shubham Kuiri" userId="6e998787ffb65f0c" providerId="LiveId" clId="{992E50E2-4F0C-4A63-A5EC-F4DFDA4F1202}" dt="2026-09-14T13:40:03.929" v="73" actId="478"/>
          <ac:spMkLst>
            <pc:docMk/>
            <pc:sldMk cId="4254914971" sldId="282"/>
            <ac:spMk id="14" creationId="{943ECB3F-A06A-9E14-6143-DA4248AB43F7}"/>
          </ac:spMkLst>
        </pc:spChg>
        <pc:spChg chg="del">
          <ac:chgData name="Shubham Kuiri" userId="6e998787ffb65f0c" providerId="LiveId" clId="{992E50E2-4F0C-4A63-A5EC-F4DFDA4F1202}" dt="2026-09-14T13:40:03.929" v="73" actId="478"/>
          <ac:spMkLst>
            <pc:docMk/>
            <pc:sldMk cId="4254914971" sldId="282"/>
            <ac:spMk id="15" creationId="{E353E62A-025B-CDCA-C837-B8180CA19F44}"/>
          </ac:spMkLst>
        </pc:spChg>
        <pc:spChg chg="del">
          <ac:chgData name="Shubham Kuiri" userId="6e998787ffb65f0c" providerId="LiveId" clId="{992E50E2-4F0C-4A63-A5EC-F4DFDA4F1202}" dt="2026-09-14T13:40:03.929" v="73" actId="478"/>
          <ac:spMkLst>
            <pc:docMk/>
            <pc:sldMk cId="4254914971" sldId="282"/>
            <ac:spMk id="16" creationId="{DAAC0DC6-6AE0-700A-3DFB-4573222A7279}"/>
          </ac:spMkLst>
        </pc:spChg>
        <pc:spChg chg="del mod">
          <ac:chgData name="Shubham Kuiri" userId="6e998787ffb65f0c" providerId="LiveId" clId="{992E50E2-4F0C-4A63-A5EC-F4DFDA4F1202}" dt="2026-09-14T13:40:19.786" v="79" actId="478"/>
          <ac:spMkLst>
            <pc:docMk/>
            <pc:sldMk cId="4254914971" sldId="282"/>
            <ac:spMk id="17" creationId="{DF818090-A6CB-2FBE-F2A1-735977A72370}"/>
          </ac:spMkLst>
        </pc:spChg>
        <pc:spChg chg="mod">
          <ac:chgData name="Shubham Kuiri" userId="6e998787ffb65f0c" providerId="LiveId" clId="{992E50E2-4F0C-4A63-A5EC-F4DFDA4F1202}" dt="2026-09-14T13:43:53.199" v="126" actId="14100"/>
          <ac:spMkLst>
            <pc:docMk/>
            <pc:sldMk cId="4254914971" sldId="282"/>
            <ac:spMk id="18" creationId="{B598E5C6-2DBF-5C06-386B-24C95DBDB946}"/>
          </ac:spMkLst>
        </pc:spChg>
        <pc:spChg chg="del">
          <ac:chgData name="Shubham Kuiri" userId="6e998787ffb65f0c" providerId="LiveId" clId="{992E50E2-4F0C-4A63-A5EC-F4DFDA4F1202}" dt="2026-09-14T13:40:13.129" v="76" actId="478"/>
          <ac:spMkLst>
            <pc:docMk/>
            <pc:sldMk cId="4254914971" sldId="282"/>
            <ac:spMk id="19" creationId="{AB128834-CDFE-1AFA-F8A9-1B92EA1E6C8E}"/>
          </ac:spMkLst>
        </pc:spChg>
        <pc:spChg chg="del">
          <ac:chgData name="Shubham Kuiri" userId="6e998787ffb65f0c" providerId="LiveId" clId="{992E50E2-4F0C-4A63-A5EC-F4DFDA4F1202}" dt="2026-09-14T13:40:13.129" v="76" actId="478"/>
          <ac:spMkLst>
            <pc:docMk/>
            <pc:sldMk cId="4254914971" sldId="282"/>
            <ac:spMk id="20" creationId="{2079699B-22CB-0C68-6441-639CF6B59B59}"/>
          </ac:spMkLst>
        </pc:spChg>
        <pc:spChg chg="del">
          <ac:chgData name="Shubham Kuiri" userId="6e998787ffb65f0c" providerId="LiveId" clId="{992E50E2-4F0C-4A63-A5EC-F4DFDA4F1202}" dt="2026-09-14T13:40:18.089" v="78" actId="478"/>
          <ac:spMkLst>
            <pc:docMk/>
            <pc:sldMk cId="4254914971" sldId="282"/>
            <ac:spMk id="21" creationId="{84ACD3D9-D619-5F64-CBA4-3FC99E804664}"/>
          </ac:spMkLst>
        </pc:spChg>
        <pc:spChg chg="add mod">
          <ac:chgData name="Shubham Kuiri" userId="6e998787ffb65f0c" providerId="LiveId" clId="{992E50E2-4F0C-4A63-A5EC-F4DFDA4F1202}" dt="2026-09-14T13:59:00.047" v="179" actId="1076"/>
          <ac:spMkLst>
            <pc:docMk/>
            <pc:sldMk cId="4254914971" sldId="282"/>
            <ac:spMk id="25" creationId="{14456E1F-52EE-B13A-F116-388A251FC385}"/>
          </ac:spMkLst>
        </pc:spChg>
        <pc:picChg chg="add mod">
          <ac:chgData name="Shubham Kuiri" userId="6e998787ffb65f0c" providerId="LiveId" clId="{992E50E2-4F0C-4A63-A5EC-F4DFDA4F1202}" dt="2026-09-14T14:03:55.068" v="258"/>
          <ac:picMkLst>
            <pc:docMk/>
            <pc:sldMk cId="4254914971" sldId="282"/>
            <ac:picMk id="24" creationId="{537782BA-E6F2-0285-D695-6C0DD151D11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7178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5D3CC-0B34-F0A5-01D3-DD76AC9CA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BCD3F-7A01-9FF9-6055-35C7C9F56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F5CA6-5B3B-9591-C168-929616C3AB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095C3-F716-A37E-CC66-A3A1BAD5BA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0811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file/d/1WWouhdMjgIwu8CAx_zwukoZ4NO5x9_ix/view" TargetMode="Externa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F335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822960"/>
            <a:ext cx="3108960" cy="31089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Shape 2"/>
          <p:cNvSpPr/>
          <p:nvPr/>
        </p:nvSpPr>
        <p:spPr>
          <a:xfrm>
            <a:off x="-1463040" y="5120640"/>
            <a:ext cx="2926080" cy="2926080"/>
          </a:xfrm>
          <a:prstGeom prst="ellipse">
            <a:avLst/>
          </a:prstGeom>
          <a:solidFill>
            <a:srgbClr val="1F335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Hotel Booking Analysis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375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3C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Uncovering Booking Patterns &amp; Cancellation Drivers Across City and Resort Hotels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128016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343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Shubham Prasad Kuiri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6817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Intern | India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82296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119,390 Bookings  •  32 Features  •  City &amp; Resort Hotels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Context &amp; Project Objectives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291840" cy="1417320"/>
          </a:xfrm>
          <a:prstGeom prst="roundRect">
            <a:avLst>
              <a:gd name="adj" fmla="val 5806"/>
            </a:avLst>
          </a:prstGeom>
          <a:solidFill>
            <a:srgbClr val="1623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013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E7C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119,390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32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D7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Booking Records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3291840" cy="1417320"/>
          </a:xfrm>
          <a:prstGeom prst="roundRect">
            <a:avLst>
              <a:gd name="adj" fmla="val 5806"/>
            </a:avLst>
          </a:prstGeom>
          <a:solidFill>
            <a:srgbClr val="1623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34015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E7C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1330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D7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per Booking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892040"/>
            <a:ext cx="3291840" cy="1417320"/>
          </a:xfrm>
          <a:prstGeom prst="roundRect">
            <a:avLst>
              <a:gd name="adj" fmla="val 5806"/>
            </a:avLst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50017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E7C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27.5%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332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D7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Cancellation Rate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169164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than 1 in 4 hotel bookings in this dataset ends in cancellation — a direct hit to revenue predictability and operational planning.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2697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2999232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analyzes booking data from a City Hotel and a Resort Hotel to uncover the patterns behind cancellations, revenue (ADR), and customer behavior — turning raw reservation records into data-driven recommendations for hotel management.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0" y="3977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ANALYSIS DELIVERS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0" y="4279392"/>
            <a:ext cx="7589520" cy="2029968"/>
          </a:xfrm>
          <a:prstGeom prst="roundRect">
            <a:avLst>
              <a:gd name="adj" fmla="val 4054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07408" y="4572000"/>
            <a:ext cx="700430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which booking attributes most influence cancellations</a:t>
            </a:r>
            <a:endParaRPr lang="en-US" sz="14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seasonal demand, pricing (ADR) and revenue patterns</a:t>
            </a:r>
            <a:endParaRPr lang="en-US" sz="14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customer segments — by type, origin, and loyalty</a:t>
            </a:r>
            <a:endParaRPr lang="en-US" sz="14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findings into actionable recommendations for management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OVERVIEW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Snapshot &amp; Preparation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441448" cy="1481328"/>
          </a:xfrm>
          <a:prstGeom prst="roundRect">
            <a:avLst>
              <a:gd name="adj" fmla="val 55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828800"/>
            <a:ext cx="167317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1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87,377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2395728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unique records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(after removing duplicates)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26664" y="1682496"/>
            <a:ext cx="2606040" cy="1481328"/>
          </a:xfrm>
          <a:prstGeom prst="roundRect">
            <a:avLst>
              <a:gd name="adj" fmla="val 55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36260" y="1828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1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3236259" y="2423160"/>
            <a:ext cx="180190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types — City Hotel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Resort Hotel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55848"/>
            <a:ext cx="2441448" cy="1481328"/>
          </a:xfrm>
          <a:prstGeom prst="roundRect">
            <a:avLst>
              <a:gd name="adj" fmla="val 55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3493008"/>
            <a:ext cx="15924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1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177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4087368"/>
            <a:ext cx="2276856" cy="515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represented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guests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026664" y="3355848"/>
            <a:ext cx="2606040" cy="1481328"/>
          </a:xfrm>
          <a:prstGeom prst="roundRect">
            <a:avLst>
              <a:gd name="adj" fmla="val 55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36259" y="3493008"/>
            <a:ext cx="17691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1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€106.35 avg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3236258" y="4087368"/>
            <a:ext cx="2070847" cy="515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Daily Rate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(ADR) across bookings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882335" y="1472184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PREPARATION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861125" y="1709928"/>
            <a:ext cx="5852160" cy="3147150"/>
          </a:xfrm>
          <a:prstGeom prst="roundRect">
            <a:avLst>
              <a:gd name="adj" fmla="val 2727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64936" y="1843323"/>
            <a:ext cx="5641848" cy="2774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32,013 duplicate records (119,390 → 87,377 unique bookings).</a:t>
            </a:r>
            <a:endParaRPr lang="en-US" sz="15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Imputed missing values: company/agent → 0, country → mode, children → median.</a:t>
            </a:r>
            <a:endParaRPr lang="en-US" sz="15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reservation_status_date from text to proper datetime format.</a:t>
            </a:r>
            <a:endParaRPr lang="en-US" sz="15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Investigated outliers in ADR and guest counts (adults/children/babies).</a:t>
            </a:r>
            <a:endParaRPr lang="en-US" sz="15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a cleaned dataset for reproducible, repeatable analysis.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859475" y="5084064"/>
            <a:ext cx="589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DATA MATTERS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882336" y="5486400"/>
            <a:ext cx="5852160" cy="82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32 attributes spanning booking timing, pricing, guest profile and cancellation status, this dataset provides enough granularity to isolate exactly which factors drive cancellations and revenue.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EB913-F852-B2AB-9AFF-B55DE29E9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B267EF-9135-9E23-57DE-8B6ED6ADA08D}"/>
              </a:ext>
            </a:extLst>
          </p:cNvPr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997D93-CF46-8CB3-6EA2-95D897041ECA}"/>
              </a:ext>
            </a:extLst>
          </p:cNvPr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OVERVIEW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F1BE80B-AD14-F671-E0C3-1A7D3682E108}"/>
              </a:ext>
            </a:extLst>
          </p:cNvPr>
          <p:cNvSpPr txBox="1"/>
          <p:nvPr/>
        </p:nvSpPr>
        <p:spPr>
          <a:xfrm>
            <a:off x="457200" y="636763"/>
            <a:ext cx="3063419" cy="419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598E5C6-2DBF-5C06-386B-24C95DBDB946}"/>
              </a:ext>
            </a:extLst>
          </p:cNvPr>
          <p:cNvSpPr/>
          <p:nvPr/>
        </p:nvSpPr>
        <p:spPr>
          <a:xfrm>
            <a:off x="457200" y="1129553"/>
            <a:ext cx="11247120" cy="5435839"/>
          </a:xfrm>
          <a:prstGeom prst="roundRect">
            <a:avLst>
              <a:gd name="adj" fmla="val 2727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1A74786-194B-0316-5199-CE78365A6C19}"/>
              </a:ext>
            </a:extLst>
          </p:cNvPr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37782BA-E6F2-0285-D695-6C0DD151D1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87680" y="1129553"/>
            <a:ext cx="11216640" cy="5435839"/>
          </a:xfrm>
          <a:prstGeom prst="rect">
            <a:avLst/>
          </a:prstGeom>
          <a:effectLst>
            <a:softEdge rad="0"/>
          </a:effectLst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14456E1F-52EE-B13A-F116-388A251FC385}"/>
              </a:ext>
            </a:extLst>
          </p:cNvPr>
          <p:cNvSpPr/>
          <p:nvPr/>
        </p:nvSpPr>
        <p:spPr>
          <a:xfrm>
            <a:off x="9902414" y="748150"/>
            <a:ext cx="1801906" cy="23675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100" dirty="0">
                <a:solidFill>
                  <a:schemeClr val="accent1"/>
                </a:solidFill>
                <a:hlinkClick r:id="rId5"/>
              </a:rPr>
              <a:t>Hotel_bookings.csv</a:t>
            </a:r>
            <a:endParaRPr lang="en-IN" sz="11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4914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Analytical Approach &amp; Tools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5133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92808"/>
            <a:ext cx="566928" cy="566928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892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7C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8562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221992"/>
            <a:ext cx="4343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missing values, fixed data types, removed duplicate records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34190" y="15133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1892808"/>
            <a:ext cx="566928" cy="566928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9088" y="1892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7C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18562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22199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statistics for numerical &amp; categorical variables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392424"/>
            <a:ext cx="566928" cy="566928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33924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7C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34168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721608"/>
            <a:ext cx="4343400" cy="351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and relationship charts across key variables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01917" y="305822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19088" y="3392424"/>
            <a:ext cx="566928" cy="566928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19088" y="33924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7C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335584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Analysis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37216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booking, cancellation &amp; ADR trends over time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461314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4892040"/>
            <a:ext cx="566928" cy="566928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4892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7C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485546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Analysis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22122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by hotel type, customer type &amp; booking channel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01917" y="461314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19088" y="4892040"/>
            <a:ext cx="566928" cy="566928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19088" y="4892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7C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485546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&amp; Cancellation Analysis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0" y="522122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booking attributes to cancellation &amp; ADR outcomes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226436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 </a:t>
            </a: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(pandas, numpy) for data wrangling  •  matplotlib &amp; seaborn for visualization  •  Jupyter Notebook for reproducible analysis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114800" cy="4114800"/>
          </a:xfrm>
          <a:prstGeom prst="ellipse">
            <a:avLst/>
          </a:prstGeom>
          <a:solidFill>
            <a:srgbClr val="1F3358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3566160"/>
            <a:ext cx="2011680" cy="201168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260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Questions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C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data-driven answers on booking timing, pricing, and guest composition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69EA89E-CD3F-E43D-E50A-9D9A3D4C92A7}"/>
              </a:ext>
            </a:extLst>
          </p:cNvPr>
          <p:cNvSpPr/>
          <p:nvPr/>
        </p:nvSpPr>
        <p:spPr>
          <a:xfrm>
            <a:off x="411480" y="64099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 Analysis — EDA &amp; Strategic Insights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QUESTION 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 Lead Time: Canceled vs. Completed Bookings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24_cell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90165"/>
            <a:ext cx="5989320" cy="402658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1990165"/>
            <a:ext cx="4434840" cy="4123944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16368" y="2202180"/>
            <a:ext cx="3849624" cy="350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000"/>
              </a:lnSpc>
              <a:spcAft>
                <a:spcPts val="1200"/>
              </a:spcAft>
              <a:buSzPct val="100000"/>
            </a:pPr>
            <a:endParaRPr lang="en-US" sz="1600" dirty="0">
              <a:solidFill>
                <a:srgbClr val="16233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Canceled bookings average 105.7 days lead time vs. just 70.1 days for completed stays.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 who eventually cancel book roughly 36 days earlier, on average, than those who check out.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made well in advance are noticeably more susceptible to cancellation.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is a strong early signal that can feed a cancellation-risk score</a:t>
            </a: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QUESTION 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Month Sees the Highest Booking Volume?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1208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25_cell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892808"/>
            <a:ext cx="5989320" cy="41239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892808"/>
            <a:ext cx="4434840" cy="4123944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0843" y="2259106"/>
            <a:ext cx="3849624" cy="3415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000"/>
              </a:lnSpc>
              <a:spcAft>
                <a:spcPts val="1200"/>
              </a:spcAft>
              <a:buSzPct val="100000"/>
            </a:pPr>
            <a:endParaRPr lang="en-US" sz="1600" dirty="0">
              <a:solidFill>
                <a:srgbClr val="16233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is the busiest month with 11,257 bookings.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climbs steadily from January and peaks across July–August.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sharp decline follows August, marking the end of peak season.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is the quietest month (4,691 bookings) — the clearest off-season signal.</a:t>
            </a:r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QUESTION 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ADR Distribution Across Customer Types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26_cell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92808"/>
            <a:ext cx="5989320" cy="412394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1892808"/>
            <a:ext cx="4434840" cy="4123944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16368" y="2399673"/>
            <a:ext cx="3849624" cy="3230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(individual) customers generate the highest ADR at 110.1 — the most valuable segment.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(92.8), Transient-Party (87.7) and Group (84.4) follow, in that order.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travelers consistently pay more per night than group or contract bookings.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bookings show the lowest ADR, consistent with bulk-rate discounting.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QUESTION 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Requests: Volume &amp; Average per Booking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1208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27_cell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846729"/>
            <a:ext cx="5989320" cy="429409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097333"/>
            <a:ext cx="4434840" cy="3714896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2000" y="2581834"/>
            <a:ext cx="3849624" cy="2959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43,496 bookings included at least one special request; 43,881 had none — almost an even split.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 make 0.70 special requests per booking on average.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who do ask, most request just one thing (29,013 bookings).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of four or five are rare — heavy customization is uncommon.</a:t>
            </a:r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QUESTION 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Cancellation Rate by Market Segment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99616"/>
            <a:ext cx="6446520" cy="4654296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28_cell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66900"/>
            <a:ext cx="5989320" cy="41239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2133600"/>
            <a:ext cx="4434840" cy="3590544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16368" y="2548666"/>
            <a:ext cx="3849624" cy="2964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TA has the highest cancellation rate among major segments, at 35.3%.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(27.0%) and Aviation (19.8%) also run well above average.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(12.1%) and Complementary (12.5%) bookings are the most reliable.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TA combines the largest volume with the highest risk — the top priority for intervention.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QUESTION 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Distribution Channel Earns the Highest ADR?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1208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29_cell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837765"/>
            <a:ext cx="5989320" cy="429409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142565"/>
            <a:ext cx="4434840" cy="3718740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2593881"/>
            <a:ext cx="3849624" cy="2816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 delivers the highest ADR at 120.3 — the most profitable channel per booking.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(109.1) and TA/TO (108.6) channels also perform strongly.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bookings run a noticeably lower ADR (68.6), reflecting negotiated rates.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 and Direct channels merit continued investment for revenue growth.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QUESTION 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 Between Lead Time and Length of Stay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31_cell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77141"/>
            <a:ext cx="5989320" cy="412376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2097333"/>
            <a:ext cx="4434840" cy="3714895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16368" y="2457176"/>
            <a:ext cx="3849624" cy="3163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and total length of stay show only a weak positive correlation (r = 0.318).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 who book further ahead tend to stay marginally longer, not substantially longer.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stays cluster within 0–15 nights regardless of how early the booking was made.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alone is not a reliable predictor of stay duration.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QUESTION 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Bookings That Include Children and/or Babies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1208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32_cell1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7413" y="1828800"/>
            <a:ext cx="5539882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079812"/>
            <a:ext cx="4434840" cy="3747247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2691383"/>
            <a:ext cx="3849624" cy="2590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89.6% of bookings (78,274) have no children or babies.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10.4% (9,103) are family bookings.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Couples, solo travelers and business guests make up the core customer base.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travel is a smaller but meaningful segment worth targeted packages.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QUESTION 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Time: Repeated Guests vs. New Guests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33_cell1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33" y="1828800"/>
            <a:ext cx="5987454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1892808"/>
            <a:ext cx="4434840" cy="4187952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16368" y="2230329"/>
            <a:ext cx="3849624" cy="351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guests book 82.5 days ahead on average — repeated guests book just 17.2 days out.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guests plan far closer to arrival, reflecting familiarity and confidence in the hotel.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customers appear to need more advance planning time before committing.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loyalty program could shift more first-time guests toward repeat, shorter-lead bookings.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QUESTION 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Common Reserved vs. Assigned Room Type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1208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34_cell1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846729"/>
            <a:ext cx="5989320" cy="430305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21208" y="1909815"/>
            <a:ext cx="4434840" cy="4106936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2413939"/>
            <a:ext cx="3849624" cy="3064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Type A → Room Type A is the most common allocation, with 45,871 bookings.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bookings sit along the diagonal — guests generally receive what they reserved.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exception is A → D (6,403 bookings), suggesting frequent upgrades or reassignments.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reassignments are rare, pointing to efficient room inventory management.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4389120" cy="4389120"/>
          </a:xfrm>
          <a:prstGeom prst="ellipse">
            <a:avLst/>
          </a:prstGeom>
          <a:solidFill>
            <a:srgbClr val="1F3358"/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4480560"/>
            <a:ext cx="1828800" cy="18288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260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Subjective Questions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C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behavioral stories behind cancellations and guest origin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505" y="64099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 Analysis — EDA &amp; Strategic Insights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QUESTION 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Lead Time Affect Cancellation Likelihood?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35_cell1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37360"/>
            <a:ext cx="5989320" cy="45171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2151528"/>
            <a:ext cx="4434840" cy="3711389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16368" y="2456330"/>
            <a:ext cx="3849624" cy="3149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rate climbs steadily with lead time: 16.4% (0–30 days) to 40.9% (365+ days).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nearly doubles once bookings pass the 31–60-day mark (31.6%).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made far in advance carry meaningfully higher cancellation risk.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is a strong, actionable input for risk-based booking and deposit policies.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QUESTION 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48235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Impact Do Special Requests Have on Cancellations?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1208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36_cell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864658"/>
            <a:ext cx="5989320" cy="427616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070847"/>
            <a:ext cx="4434840" cy="3854824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470404"/>
            <a:ext cx="3849624" cy="3055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with no special requests have the highest cancellation rate (33.2%).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rate falls consistently as the number of requests rises.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 with 5 requests cancel least often (5.6%) — the most reliable group.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Encouraging guests to specify preferences appears to correlate with stronger commitment.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QUESTION 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Behavior: International vs. Domestic Guests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99882"/>
            <a:ext cx="6446520" cy="2517738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76200" dist="25400" dir="5400000" algn="bl" rotWithShape="0">
              <a:srgbClr val="1B2A4A">
                <a:alpha val="16000"/>
              </a:srgbClr>
            </a:outerShdw>
          </a:effectLst>
        </p:spPr>
      </p:sp>
      <p:pic>
        <p:nvPicPr>
          <p:cNvPr id="6" name="Image 0" descr="/home/claude/pptx_build/images/img_037_cell1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09" y="1499616"/>
            <a:ext cx="5861662" cy="21579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091940"/>
            <a:ext cx="6446520" cy="2473452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76200" dist="25400" dir="5400000" algn="bl" rotWithShape="0">
              <a:srgbClr val="1B2A4A">
                <a:alpha val="16000"/>
              </a:srgbClr>
            </a:outerShdw>
          </a:effectLst>
        </p:spPr>
      </p:sp>
      <p:pic>
        <p:nvPicPr>
          <p:cNvPr id="8" name="Image 1" descr="/home/claude/pptx_build/images/img_038_cell1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660" y="4186519"/>
            <a:ext cx="5414682" cy="227703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223760" y="1819834"/>
            <a:ext cx="4434840" cy="4312025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16367" y="2444854"/>
            <a:ext cx="3849624" cy="3019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guests generate 59,491 bookings vs. 27,886 domestic — more than double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guests also stay longer on average (3.9 vs. 3.1 nights)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hotel has strong international appeal, while domestic remains a solid base segment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international stays translate into higher occupancy and revenue per booking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QUESTION 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Impact of Day-of-Week on Cancellations?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12080" y="1600200"/>
            <a:ext cx="64465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</p:sp>
      <p:pic>
        <p:nvPicPr>
          <p:cNvPr id="6" name="Image 0" descr="/home/claude/pptx_build/images/img_039_cell1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892808"/>
            <a:ext cx="5989320" cy="41239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892808"/>
            <a:ext cx="4434840" cy="4123944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2384612"/>
            <a:ext cx="3849624" cy="3415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(30.5%) and Saturday (30.1%) see the highest cancellation rates.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is the most reliable day to arrive (24.3%), with Wednesday close behind (25.5%).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risk climbs steadily from Tuesday through Friday, then eases toward Sunday (26.6%).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Weekend-adjacent arrivals consistently carry higher cancellation risk than midweek ones.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QUESTION 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International Markets &amp; How They Compare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80744"/>
            <a:ext cx="6446520" cy="2436876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76200" dist="25400" dir="5400000" algn="bl" rotWithShape="0">
              <a:srgbClr val="1B2A4A">
                <a:alpha val="16000"/>
              </a:srgbClr>
            </a:outerShdw>
          </a:effectLst>
        </p:spPr>
      </p:sp>
      <p:pic>
        <p:nvPicPr>
          <p:cNvPr id="6" name="Image 0" descr="/home/claude/pptx_build/images/img_040_cell1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09" y="1467612"/>
            <a:ext cx="5942344" cy="227067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091940"/>
            <a:ext cx="6446520" cy="2436876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blurRad="76200" dist="25400" dir="5400000" algn="bl" rotWithShape="0">
              <a:srgbClr val="1B2A4A">
                <a:alpha val="16000"/>
              </a:srgbClr>
            </a:outerShdw>
          </a:effectLst>
        </p:spPr>
      </p:sp>
      <p:pic>
        <p:nvPicPr>
          <p:cNvPr id="8" name="Image 1" descr="/home/claude/pptx_build/images/img_041_cell1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4168588"/>
            <a:ext cx="5853953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223760" y="1909482"/>
            <a:ext cx="4434840" cy="4007223"/>
          </a:xfrm>
          <a:prstGeom prst="roundRect">
            <a:avLst>
              <a:gd name="adj" fmla="val 185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16368" y="2259106"/>
            <a:ext cx="3849624" cy="3424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Britain (10,433), France (8,837) and Spain (7,252) are the top three international markets.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countries dominate the list of international guest origins.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GBR and Germany book furthest ahead (117 and 105 days); Spain books latest (52 days).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guests (64 days) sit mid-range — later than most top international markets except Spain.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RECOMMENDATIONS · 1 OF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Cancellations at the Source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9280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87452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deposit policy by lead time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6888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Canceled bookings average 105.7 days of lead time vs. 70.1 for completions. Require partial deposits on bookings placed 60+ days out to lock in early commitments.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189280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908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187452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Online TA cancellation management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246888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TA drives the largest booking volume and the highest cancellation rate (35.3%). Even small improvements here have outsized revenue impact.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09194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427024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5196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guests for special requests at booking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84632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rate falls from 33.2% (no requests) to 5.6% (5 requests). A simple preference prompt at checkout can nudge commitment upward.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406908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19088" y="427024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19088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425196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Non-Refund policy design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73952" y="484632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Non-Refund bookings still cancel 94.7% of the time. Reassess whether this policy is achieving its intended lock-in effect or needs redesign.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RECOMMENDATIONS · 2 OF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 Revenue &amp; Pricing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9280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87452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seasonal pricing window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6888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peaks in August (150.9) and troughs in November (72.8). Consider stretching premium pricing slightly earlier/later into the shoulder season.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189280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908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187452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GDS and Direct channel share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246888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 (120.3 ADR) and Direct (109.1) outperform Corporate (68.6). Shifting mix toward these channels improves per-booking revenue and cuts commission costs.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427024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5196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retention for City Hotel bookings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84632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Hotels cancel at 30.0% vs. 23.5% for Resort Hotels, while carrying the larger revenue share — the highest-leverage property type for retention efforts.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406908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19088" y="427024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19088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425196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packages for Transient guests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73952" y="484632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customers already pay the highest ADR (110.1). Curated upsells (room upgrades, add-ons) can extend this without discounting group/contract rates.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RECOMMENDATIONS · 3 OF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Underserved Guest Segments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9280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87452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Family-friendly packages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6888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bookings (children/babies) are just 10.4% of volume. Bundled family packages could grow this segment meaningfully with limited cannibalization risk.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189280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908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187452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program for new-to-repeat conversion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246888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guests book 82.5 days out vs. 17.2 for repeat guests. A loyalty program could shorten planning cycles and build repeat, lower-risk demand.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427024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5196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Last-minute domestic promotions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84632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guests already book later (64 days) than most top international markets. Flash/last-minute offers could fill gaps closer to arrival dates.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406908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19088" y="427024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19088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425196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beyond the top-3 international markets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73952" y="4846320"/>
            <a:ext cx="49286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GBR, France and Spain dominate international demand. Targeted campaigns in Italy, Ireland and adjacent markets can diversify the guest base.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480560"/>
            <a:ext cx="1645920" cy="1645920"/>
          </a:xfrm>
          <a:prstGeom prst="ellipse">
            <a:avLst/>
          </a:prstGeom>
          <a:solidFill>
            <a:srgbClr val="1F335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645920"/>
            <a:ext cx="3291840" cy="329184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594360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4846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Tells Hotel Management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2880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4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Cancellations are predictable: lead time, deposit type, market segment and special-request count all move the cancellation rate in consistent, actionable ways.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4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seasonal and channel-dependent: ADR peaks in August and GDS/Direct channels consistently out-earn Corporate and TA/TO.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4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 fall into distinct behavioral groups: new vs. repeat, domestic vs. international, transient vs. group — each with a different planning horizon and value profile.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09728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46634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E7C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These are not just numbers — they are a roadmap. Acting on lead time, channel mix, and guest segmentation can meaningfully reduce cancellations and lift revenue without changing a single room.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64099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 Analysis — EDA &amp; Strategic Insights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9260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&amp; Sources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350008"/>
            <a:ext cx="10296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hotel_bookings.csv — 119,390 records, 32 features, covering a City Hotel and a Resort Hotel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063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LIBRARIES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38328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675888"/>
            <a:ext cx="1029614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pandas &amp; numpy for data cleaning and aggregation</a:t>
            </a:r>
            <a:endParaRPr lang="en-US" sz="14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&amp; seaborn for all visualizations in this analysis</a:t>
            </a:r>
            <a:endParaRPr lang="en-US" sz="14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 Notebook for exploratory analysis and documentation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983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5303520"/>
            <a:ext cx="10881360" cy="6858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9525">
            <a:solidFill>
              <a:srgbClr val="D8DE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5596128"/>
            <a:ext cx="1029614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Shubham Prasad Kuiri — Data Analyst Intern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235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 Analysis — EDA &amp; Strategic Insights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2173</Words>
  <Application>Microsoft Office PowerPoint</Application>
  <PresentationFormat>Widescreen</PresentationFormat>
  <Paragraphs>281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Shubham Kuiri</cp:lastModifiedBy>
  <cp:revision>2</cp:revision>
  <dcterms:created xsi:type="dcterms:W3CDTF">2026-09-08T08:03:49Z</dcterms:created>
  <dcterms:modified xsi:type="dcterms:W3CDTF">2026-09-14T14:05:20Z</dcterms:modified>
</cp:coreProperties>
</file>