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bham Kuiri" userId="6e998787ffb65f0c" providerId="LiveId" clId="{992E50E2-4F0C-4A63-A5EC-F4DFDA4F1202}"/>
    <pc:docChg chg="modSld">
      <pc:chgData name="Shubham Kuiri" userId="6e998787ffb65f0c" providerId="LiveId" clId="{992E50E2-4F0C-4A63-A5EC-F4DFDA4F1202}" dt="2026-09-12T12:26:05.374" v="68" actId="255"/>
      <pc:docMkLst>
        <pc:docMk/>
      </pc:docMkLst>
      <pc:sldChg chg="modSp mod">
        <pc:chgData name="Shubham Kuiri" userId="6e998787ffb65f0c" providerId="LiveId" clId="{992E50E2-4F0C-4A63-A5EC-F4DFDA4F1202}" dt="2026-09-08T09:59:53.221" v="9" actId="20577"/>
        <pc:sldMkLst>
          <pc:docMk/>
          <pc:sldMk cId="0" sldId="256"/>
        </pc:sldMkLst>
        <pc:spChg chg="mod">
          <ac:chgData name="Shubham Kuiri" userId="6e998787ffb65f0c" providerId="LiveId" clId="{992E50E2-4F0C-4A63-A5EC-F4DFDA4F1202}" dt="2026-09-08T09:59:53.221" v="9" actId="20577"/>
          <ac:spMkLst>
            <pc:docMk/>
            <pc:sldMk cId="0" sldId="256"/>
            <ac:spMk id="10" creationId="{00000000-0000-0000-0000-000000000000}"/>
          </ac:spMkLst>
        </pc:spChg>
      </pc:sldChg>
      <pc:sldChg chg="modSp mod">
        <pc:chgData name="Shubham Kuiri" userId="6e998787ffb65f0c" providerId="LiveId" clId="{992E50E2-4F0C-4A63-A5EC-F4DFDA4F1202}" dt="2026-09-12T12:26:05.374" v="68" actId="255"/>
        <pc:sldMkLst>
          <pc:docMk/>
          <pc:sldMk cId="0" sldId="257"/>
        </pc:sldMkLst>
        <pc:spChg chg="mod">
          <ac:chgData name="Shubham Kuiri" userId="6e998787ffb65f0c" providerId="LiveId" clId="{992E50E2-4F0C-4A63-A5EC-F4DFDA4F1202}" dt="2026-09-12T12:25:58.592" v="66" actId="255"/>
          <ac:spMkLst>
            <pc:docMk/>
            <pc:sldMk cId="0" sldId="257"/>
            <ac:spMk id="7" creationId="{00000000-0000-0000-0000-000000000000}"/>
          </ac:spMkLst>
        </pc:spChg>
        <pc:spChg chg="mod">
          <ac:chgData name="Shubham Kuiri" userId="6e998787ffb65f0c" providerId="LiveId" clId="{992E50E2-4F0C-4A63-A5EC-F4DFDA4F1202}" dt="2026-09-12T12:26:02.254" v="67" actId="255"/>
          <ac:spMkLst>
            <pc:docMk/>
            <pc:sldMk cId="0" sldId="257"/>
            <ac:spMk id="10" creationId="{00000000-0000-0000-0000-000000000000}"/>
          </ac:spMkLst>
        </pc:spChg>
        <pc:spChg chg="mod">
          <ac:chgData name="Shubham Kuiri" userId="6e998787ffb65f0c" providerId="LiveId" clId="{992E50E2-4F0C-4A63-A5EC-F4DFDA4F1202}" dt="2026-09-12T12:26:05.374" v="68" actId="255"/>
          <ac:spMkLst>
            <pc:docMk/>
            <pc:sldMk cId="0" sldId="257"/>
            <ac:spMk id="13" creationId="{00000000-0000-0000-0000-000000000000}"/>
          </ac:spMkLst>
        </pc:spChg>
        <pc:spChg chg="mod">
          <ac:chgData name="Shubham Kuiri" userId="6e998787ffb65f0c" providerId="LiveId" clId="{992E50E2-4F0C-4A63-A5EC-F4DFDA4F1202}" dt="2026-09-12T12:25:49.463" v="64" actId="255"/>
          <ac:spMkLst>
            <pc:docMk/>
            <pc:sldMk cId="0" sldId="257"/>
            <ac:spMk id="15" creationId="{00000000-0000-0000-0000-000000000000}"/>
          </ac:spMkLst>
        </pc:spChg>
        <pc:spChg chg="mod">
          <ac:chgData name="Shubham Kuiri" userId="6e998787ffb65f0c" providerId="LiveId" clId="{992E50E2-4F0C-4A63-A5EC-F4DFDA4F1202}" dt="2026-09-12T12:25:53.597" v="65" actId="255"/>
          <ac:spMkLst>
            <pc:docMk/>
            <pc:sldMk cId="0" sldId="257"/>
            <ac:spMk id="17" creationId="{00000000-0000-0000-0000-000000000000}"/>
          </ac:spMkLst>
        </pc:spChg>
      </pc:sldChg>
      <pc:sldChg chg="modSp mod">
        <pc:chgData name="Shubham Kuiri" userId="6e998787ffb65f0c" providerId="LiveId" clId="{992E50E2-4F0C-4A63-A5EC-F4DFDA4F1202}" dt="2026-09-12T12:25:28.096" v="63" actId="255"/>
        <pc:sldMkLst>
          <pc:docMk/>
          <pc:sldMk cId="0" sldId="258"/>
        </pc:sldMkLst>
        <pc:spChg chg="mod">
          <ac:chgData name="Shubham Kuiri" userId="6e998787ffb65f0c" providerId="LiveId" clId="{992E50E2-4F0C-4A63-A5EC-F4DFDA4F1202}" dt="2026-09-12T12:24:55.622" v="57" actId="255"/>
          <ac:spMkLst>
            <pc:docMk/>
            <pc:sldMk cId="0" sldId="258"/>
            <ac:spMk id="7" creationId="{00000000-0000-0000-0000-000000000000}"/>
          </ac:spMkLst>
        </pc:spChg>
        <pc:spChg chg="mod">
          <ac:chgData name="Shubham Kuiri" userId="6e998787ffb65f0c" providerId="LiveId" clId="{992E50E2-4F0C-4A63-A5EC-F4DFDA4F1202}" dt="2026-09-08T10:00:22.621" v="13" actId="14100"/>
          <ac:spMkLst>
            <pc:docMk/>
            <pc:sldMk cId="0" sldId="258"/>
            <ac:spMk id="9" creationId="{00000000-0000-0000-0000-000000000000}"/>
          </ac:spMkLst>
        </pc:spChg>
        <pc:spChg chg="mod">
          <ac:chgData name="Shubham Kuiri" userId="6e998787ffb65f0c" providerId="LiveId" clId="{992E50E2-4F0C-4A63-A5EC-F4DFDA4F1202}" dt="2026-09-12T12:24:58.351" v="58" actId="255"/>
          <ac:spMkLst>
            <pc:docMk/>
            <pc:sldMk cId="0" sldId="258"/>
            <ac:spMk id="10" creationId="{00000000-0000-0000-0000-000000000000}"/>
          </ac:spMkLst>
        </pc:spChg>
        <pc:spChg chg="mod">
          <ac:chgData name="Shubham Kuiri" userId="6e998787ffb65f0c" providerId="LiveId" clId="{992E50E2-4F0C-4A63-A5EC-F4DFDA4F1202}" dt="2026-09-12T12:25:01.449" v="59" actId="255"/>
          <ac:spMkLst>
            <pc:docMk/>
            <pc:sldMk cId="0" sldId="258"/>
            <ac:spMk id="13" creationId="{00000000-0000-0000-0000-000000000000}"/>
          </ac:spMkLst>
        </pc:spChg>
        <pc:spChg chg="mod">
          <ac:chgData name="Shubham Kuiri" userId="6e998787ffb65f0c" providerId="LiveId" clId="{992E50E2-4F0C-4A63-A5EC-F4DFDA4F1202}" dt="2026-09-08T10:00:15.678" v="11" actId="14100"/>
          <ac:spMkLst>
            <pc:docMk/>
            <pc:sldMk cId="0" sldId="258"/>
            <ac:spMk id="15" creationId="{00000000-0000-0000-0000-000000000000}"/>
          </ac:spMkLst>
        </pc:spChg>
        <pc:spChg chg="mod">
          <ac:chgData name="Shubham Kuiri" userId="6e998787ffb65f0c" providerId="LiveId" clId="{992E50E2-4F0C-4A63-A5EC-F4DFDA4F1202}" dt="2026-09-12T12:25:06.503" v="60" actId="255"/>
          <ac:spMkLst>
            <pc:docMk/>
            <pc:sldMk cId="0" sldId="258"/>
            <ac:spMk id="16" creationId="{00000000-0000-0000-0000-000000000000}"/>
          </ac:spMkLst>
        </pc:spChg>
        <pc:spChg chg="mod">
          <ac:chgData name="Shubham Kuiri" userId="6e998787ffb65f0c" providerId="LiveId" clId="{992E50E2-4F0C-4A63-A5EC-F4DFDA4F1202}" dt="2026-09-12T12:25:21.477" v="62" actId="255"/>
          <ac:spMkLst>
            <pc:docMk/>
            <pc:sldMk cId="0" sldId="258"/>
            <ac:spMk id="17" creationId="{00000000-0000-0000-0000-000000000000}"/>
          </ac:spMkLst>
        </pc:spChg>
        <pc:spChg chg="mod">
          <ac:chgData name="Shubham Kuiri" userId="6e998787ffb65f0c" providerId="LiveId" clId="{992E50E2-4F0C-4A63-A5EC-F4DFDA4F1202}" dt="2026-09-12T12:25:28.096" v="63" actId="255"/>
          <ac:spMkLst>
            <pc:docMk/>
            <pc:sldMk cId="0" sldId="258"/>
            <ac:spMk id="20" creationId="{00000000-0000-0000-0000-000000000000}"/>
          </ac:spMkLst>
        </pc:spChg>
        <pc:spChg chg="mod">
          <ac:chgData name="Shubham Kuiri" userId="6e998787ffb65f0c" providerId="LiveId" clId="{992E50E2-4F0C-4A63-A5EC-F4DFDA4F1202}" dt="2026-09-12T12:24:16.640" v="55" actId="255"/>
          <ac:spMkLst>
            <pc:docMk/>
            <pc:sldMk cId="0" sldId="258"/>
            <ac:spMk id="21" creationId="{00000000-0000-0000-0000-000000000000}"/>
          </ac:spMkLst>
        </pc:spChg>
      </pc:sldChg>
      <pc:sldChg chg="modSp mod">
        <pc:chgData name="Shubham Kuiri" userId="6e998787ffb65f0c" providerId="LiveId" clId="{992E50E2-4F0C-4A63-A5EC-F4DFDA4F1202}" dt="2026-09-12T12:24:07.836" v="54" actId="255"/>
        <pc:sldMkLst>
          <pc:docMk/>
          <pc:sldMk cId="0" sldId="259"/>
        </pc:sldMkLst>
        <pc:spChg chg="mod">
          <ac:chgData name="Shubham Kuiri" userId="6e998787ffb65f0c" providerId="LiveId" clId="{992E50E2-4F0C-4A63-A5EC-F4DFDA4F1202}" dt="2026-09-12T12:23:21.200" v="41" actId="255"/>
          <ac:spMkLst>
            <pc:docMk/>
            <pc:sldMk cId="0" sldId="259"/>
            <ac:spMk id="8" creationId="{00000000-0000-0000-0000-000000000000}"/>
          </ac:spMkLst>
        </pc:spChg>
        <pc:spChg chg="mod">
          <ac:chgData name="Shubham Kuiri" userId="6e998787ffb65f0c" providerId="LiveId" clId="{992E50E2-4F0C-4A63-A5EC-F4DFDA4F1202}" dt="2026-09-12T12:23:51.278" v="49" actId="255"/>
          <ac:spMkLst>
            <pc:docMk/>
            <pc:sldMk cId="0" sldId="259"/>
            <ac:spMk id="9" creationId="{00000000-0000-0000-0000-000000000000}"/>
          </ac:spMkLst>
        </pc:spChg>
        <pc:spChg chg="mod">
          <ac:chgData name="Shubham Kuiri" userId="6e998787ffb65f0c" providerId="LiveId" clId="{992E50E2-4F0C-4A63-A5EC-F4DFDA4F1202}" dt="2026-09-12T12:23:21.891" v="42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Shubham Kuiri" userId="6e998787ffb65f0c" providerId="LiveId" clId="{992E50E2-4F0C-4A63-A5EC-F4DFDA4F1202}" dt="2026-09-12T12:23:25.105" v="43" actId="255"/>
          <ac:spMkLst>
            <pc:docMk/>
            <pc:sldMk cId="0" sldId="259"/>
            <ac:spMk id="13" creationId="{00000000-0000-0000-0000-000000000000}"/>
          </ac:spMkLst>
        </pc:spChg>
        <pc:spChg chg="mod">
          <ac:chgData name="Shubham Kuiri" userId="6e998787ffb65f0c" providerId="LiveId" clId="{992E50E2-4F0C-4A63-A5EC-F4DFDA4F1202}" dt="2026-09-12T12:23:54.651" v="50" actId="255"/>
          <ac:spMkLst>
            <pc:docMk/>
            <pc:sldMk cId="0" sldId="259"/>
            <ac:spMk id="14" creationId="{00000000-0000-0000-0000-000000000000}"/>
          </ac:spMkLst>
        </pc:spChg>
        <pc:spChg chg="mod">
          <ac:chgData name="Shubham Kuiri" userId="6e998787ffb65f0c" providerId="LiveId" clId="{992E50E2-4F0C-4A63-A5EC-F4DFDA4F1202}" dt="2026-09-12T12:23:29.351" v="44" actId="255"/>
          <ac:spMkLst>
            <pc:docMk/>
            <pc:sldMk cId="0" sldId="259"/>
            <ac:spMk id="18" creationId="{00000000-0000-0000-0000-000000000000}"/>
          </ac:spMkLst>
        </pc:spChg>
        <pc:spChg chg="mod">
          <ac:chgData name="Shubham Kuiri" userId="6e998787ffb65f0c" providerId="LiveId" clId="{992E50E2-4F0C-4A63-A5EC-F4DFDA4F1202}" dt="2026-09-12T12:23:58.312" v="51" actId="255"/>
          <ac:spMkLst>
            <pc:docMk/>
            <pc:sldMk cId="0" sldId="259"/>
            <ac:spMk id="19" creationId="{00000000-0000-0000-0000-000000000000}"/>
          </ac:spMkLst>
        </pc:spChg>
        <pc:spChg chg="mod">
          <ac:chgData name="Shubham Kuiri" userId="6e998787ffb65f0c" providerId="LiveId" clId="{992E50E2-4F0C-4A63-A5EC-F4DFDA4F1202}" dt="2026-09-12T12:23:42.051" v="46" actId="255"/>
          <ac:spMkLst>
            <pc:docMk/>
            <pc:sldMk cId="0" sldId="259"/>
            <ac:spMk id="23" creationId="{00000000-0000-0000-0000-000000000000}"/>
          </ac:spMkLst>
        </pc:spChg>
        <pc:spChg chg="mod">
          <ac:chgData name="Shubham Kuiri" userId="6e998787ffb65f0c" providerId="LiveId" clId="{992E50E2-4F0C-4A63-A5EC-F4DFDA4F1202}" dt="2026-09-12T12:24:01.528" v="52" actId="255"/>
          <ac:spMkLst>
            <pc:docMk/>
            <pc:sldMk cId="0" sldId="259"/>
            <ac:spMk id="24" creationId="{00000000-0000-0000-0000-000000000000}"/>
          </ac:spMkLst>
        </pc:spChg>
        <pc:spChg chg="mod">
          <ac:chgData name="Shubham Kuiri" userId="6e998787ffb65f0c" providerId="LiveId" clId="{992E50E2-4F0C-4A63-A5EC-F4DFDA4F1202}" dt="2026-09-12T12:23:45.166" v="47" actId="255"/>
          <ac:spMkLst>
            <pc:docMk/>
            <pc:sldMk cId="0" sldId="259"/>
            <ac:spMk id="28" creationId="{00000000-0000-0000-0000-000000000000}"/>
          </ac:spMkLst>
        </pc:spChg>
        <pc:spChg chg="mod">
          <ac:chgData name="Shubham Kuiri" userId="6e998787ffb65f0c" providerId="LiveId" clId="{992E50E2-4F0C-4A63-A5EC-F4DFDA4F1202}" dt="2026-09-12T12:24:04.656" v="53" actId="255"/>
          <ac:spMkLst>
            <pc:docMk/>
            <pc:sldMk cId="0" sldId="259"/>
            <ac:spMk id="29" creationId="{00000000-0000-0000-0000-000000000000}"/>
          </ac:spMkLst>
        </pc:spChg>
        <pc:spChg chg="mod">
          <ac:chgData name="Shubham Kuiri" userId="6e998787ffb65f0c" providerId="LiveId" clId="{992E50E2-4F0C-4A63-A5EC-F4DFDA4F1202}" dt="2026-09-12T12:23:38.725" v="45" actId="255"/>
          <ac:spMkLst>
            <pc:docMk/>
            <pc:sldMk cId="0" sldId="259"/>
            <ac:spMk id="33" creationId="{00000000-0000-0000-0000-000000000000}"/>
          </ac:spMkLst>
        </pc:spChg>
        <pc:spChg chg="mod">
          <ac:chgData name="Shubham Kuiri" userId="6e998787ffb65f0c" providerId="LiveId" clId="{992E50E2-4F0C-4A63-A5EC-F4DFDA4F1202}" dt="2026-09-12T12:24:07.836" v="54" actId="255"/>
          <ac:spMkLst>
            <pc:docMk/>
            <pc:sldMk cId="0" sldId="259"/>
            <ac:spMk id="34" creationId="{00000000-0000-0000-0000-000000000000}"/>
          </ac:spMkLst>
        </pc:spChg>
      </pc:sldChg>
      <pc:sldChg chg="modSp mod">
        <pc:chgData name="Shubham Kuiri" userId="6e998787ffb65f0c" providerId="LiveId" clId="{992E50E2-4F0C-4A63-A5EC-F4DFDA4F1202}" dt="2026-09-12T12:22:27.901" v="40" actId="255"/>
        <pc:sldMkLst>
          <pc:docMk/>
          <pc:sldMk cId="0" sldId="277"/>
        </pc:sldMkLst>
        <pc:spChg chg="mod">
          <ac:chgData name="Shubham Kuiri" userId="6e998787ffb65f0c" providerId="LiveId" clId="{992E50E2-4F0C-4A63-A5EC-F4DFDA4F1202}" dt="2026-09-12T12:22:15.650" v="36" actId="255"/>
          <ac:spMkLst>
            <pc:docMk/>
            <pc:sldMk cId="0" sldId="277"/>
            <ac:spMk id="8" creationId="{00000000-0000-0000-0000-000000000000}"/>
          </ac:spMkLst>
        </pc:spChg>
        <pc:spChg chg="mod">
          <ac:chgData name="Shubham Kuiri" userId="6e998787ffb65f0c" providerId="LiveId" clId="{992E50E2-4F0C-4A63-A5EC-F4DFDA4F1202}" dt="2026-09-12T12:22:04.864" v="33" actId="255"/>
          <ac:spMkLst>
            <pc:docMk/>
            <pc:sldMk cId="0" sldId="277"/>
            <ac:spMk id="9" creationId="{00000000-0000-0000-0000-000000000000}"/>
          </ac:spMkLst>
        </pc:spChg>
        <pc:spChg chg="mod">
          <ac:chgData name="Shubham Kuiri" userId="6e998787ffb65f0c" providerId="LiveId" clId="{992E50E2-4F0C-4A63-A5EC-F4DFDA4F1202}" dt="2026-09-12T12:22:18.473" v="37" actId="255"/>
          <ac:spMkLst>
            <pc:docMk/>
            <pc:sldMk cId="0" sldId="277"/>
            <ac:spMk id="13" creationId="{00000000-0000-0000-0000-000000000000}"/>
          </ac:spMkLst>
        </pc:spChg>
        <pc:spChg chg="mod">
          <ac:chgData name="Shubham Kuiri" userId="6e998787ffb65f0c" providerId="LiveId" clId="{992E50E2-4F0C-4A63-A5EC-F4DFDA4F1202}" dt="2026-09-12T12:22:00.327" v="31" actId="255"/>
          <ac:spMkLst>
            <pc:docMk/>
            <pc:sldMk cId="0" sldId="277"/>
            <ac:spMk id="14" creationId="{00000000-0000-0000-0000-000000000000}"/>
          </ac:spMkLst>
        </pc:spChg>
        <pc:spChg chg="mod">
          <ac:chgData name="Shubham Kuiri" userId="6e998787ffb65f0c" providerId="LiveId" clId="{992E50E2-4F0C-4A63-A5EC-F4DFDA4F1202}" dt="2026-09-12T12:22:21.282" v="38" actId="1076"/>
          <ac:spMkLst>
            <pc:docMk/>
            <pc:sldMk cId="0" sldId="277"/>
            <ac:spMk id="15" creationId="{00000000-0000-0000-0000-000000000000}"/>
          </ac:spMkLst>
        </pc:spChg>
        <pc:spChg chg="mod">
          <ac:chgData name="Shubham Kuiri" userId="6e998787ffb65f0c" providerId="LiveId" clId="{992E50E2-4F0C-4A63-A5EC-F4DFDA4F1202}" dt="2026-09-12T12:22:24.380" v="39" actId="255"/>
          <ac:spMkLst>
            <pc:docMk/>
            <pc:sldMk cId="0" sldId="277"/>
            <ac:spMk id="18" creationId="{00000000-0000-0000-0000-000000000000}"/>
          </ac:spMkLst>
        </pc:spChg>
        <pc:spChg chg="mod">
          <ac:chgData name="Shubham Kuiri" userId="6e998787ffb65f0c" providerId="LiveId" clId="{992E50E2-4F0C-4A63-A5EC-F4DFDA4F1202}" dt="2026-09-12T12:22:08.052" v="34" actId="255"/>
          <ac:spMkLst>
            <pc:docMk/>
            <pc:sldMk cId="0" sldId="277"/>
            <ac:spMk id="19" creationId="{00000000-0000-0000-0000-000000000000}"/>
          </ac:spMkLst>
        </pc:spChg>
        <pc:spChg chg="mod">
          <ac:chgData name="Shubham Kuiri" userId="6e998787ffb65f0c" providerId="LiveId" clId="{992E50E2-4F0C-4A63-A5EC-F4DFDA4F1202}" dt="2026-09-12T12:22:27.901" v="40" actId="255"/>
          <ac:spMkLst>
            <pc:docMk/>
            <pc:sldMk cId="0" sldId="277"/>
            <ac:spMk id="23" creationId="{00000000-0000-0000-0000-000000000000}"/>
          </ac:spMkLst>
        </pc:spChg>
        <pc:spChg chg="mod">
          <ac:chgData name="Shubham Kuiri" userId="6e998787ffb65f0c" providerId="LiveId" clId="{992E50E2-4F0C-4A63-A5EC-F4DFDA4F1202}" dt="2026-09-12T12:22:11.471" v="35" actId="255"/>
          <ac:spMkLst>
            <pc:docMk/>
            <pc:sldMk cId="0" sldId="277"/>
            <ac:spMk id="24" creationId="{00000000-0000-0000-0000-000000000000}"/>
          </ac:spMkLst>
        </pc:spChg>
      </pc:sldChg>
      <pc:sldChg chg="modSp mod">
        <pc:chgData name="Shubham Kuiri" userId="6e998787ffb65f0c" providerId="LiveId" clId="{992E50E2-4F0C-4A63-A5EC-F4DFDA4F1202}" dt="2026-09-12T12:21:49.149" v="30" actId="255"/>
        <pc:sldMkLst>
          <pc:docMk/>
          <pc:sldMk cId="0" sldId="278"/>
        </pc:sldMkLst>
        <pc:spChg chg="mod">
          <ac:chgData name="Shubham Kuiri" userId="6e998787ffb65f0c" providerId="LiveId" clId="{992E50E2-4F0C-4A63-A5EC-F4DFDA4F1202}" dt="2026-09-12T12:21:36.093" v="27" actId="255"/>
          <ac:spMkLst>
            <pc:docMk/>
            <pc:sldMk cId="0" sldId="278"/>
            <ac:spMk id="8" creationId="{00000000-0000-0000-0000-000000000000}"/>
          </ac:spMkLst>
        </pc:spChg>
        <pc:spChg chg="mod">
          <ac:chgData name="Shubham Kuiri" userId="6e998787ffb65f0c" providerId="LiveId" clId="{992E50E2-4F0C-4A63-A5EC-F4DFDA4F1202}" dt="2026-09-12T12:21:19.882" v="23" actId="255"/>
          <ac:spMkLst>
            <pc:docMk/>
            <pc:sldMk cId="0" sldId="278"/>
            <ac:spMk id="9" creationId="{00000000-0000-0000-0000-000000000000}"/>
          </ac:spMkLst>
        </pc:spChg>
        <pc:spChg chg="mod">
          <ac:chgData name="Shubham Kuiri" userId="6e998787ffb65f0c" providerId="LiveId" clId="{992E50E2-4F0C-4A63-A5EC-F4DFDA4F1202}" dt="2026-09-12T12:21:41.512" v="28" actId="255"/>
          <ac:spMkLst>
            <pc:docMk/>
            <pc:sldMk cId="0" sldId="278"/>
            <ac:spMk id="13" creationId="{00000000-0000-0000-0000-000000000000}"/>
          </ac:spMkLst>
        </pc:spChg>
        <pc:spChg chg="mod">
          <ac:chgData name="Shubham Kuiri" userId="6e998787ffb65f0c" providerId="LiveId" clId="{992E50E2-4F0C-4A63-A5EC-F4DFDA4F1202}" dt="2026-09-12T12:21:23.672" v="24" actId="255"/>
          <ac:spMkLst>
            <pc:docMk/>
            <pc:sldMk cId="0" sldId="278"/>
            <ac:spMk id="14" creationId="{00000000-0000-0000-0000-000000000000}"/>
          </ac:spMkLst>
        </pc:spChg>
        <pc:spChg chg="mod">
          <ac:chgData name="Shubham Kuiri" userId="6e998787ffb65f0c" providerId="LiveId" clId="{992E50E2-4F0C-4A63-A5EC-F4DFDA4F1202}" dt="2026-09-12T12:21:45.379" v="29" actId="255"/>
          <ac:spMkLst>
            <pc:docMk/>
            <pc:sldMk cId="0" sldId="278"/>
            <ac:spMk id="18" creationId="{00000000-0000-0000-0000-000000000000}"/>
          </ac:spMkLst>
        </pc:spChg>
        <pc:spChg chg="mod">
          <ac:chgData name="Shubham Kuiri" userId="6e998787ffb65f0c" providerId="LiveId" clId="{992E50E2-4F0C-4A63-A5EC-F4DFDA4F1202}" dt="2026-09-12T12:21:27.090" v="25" actId="255"/>
          <ac:spMkLst>
            <pc:docMk/>
            <pc:sldMk cId="0" sldId="278"/>
            <ac:spMk id="19" creationId="{00000000-0000-0000-0000-000000000000}"/>
          </ac:spMkLst>
        </pc:spChg>
        <pc:spChg chg="mod">
          <ac:chgData name="Shubham Kuiri" userId="6e998787ffb65f0c" providerId="LiveId" clId="{992E50E2-4F0C-4A63-A5EC-F4DFDA4F1202}" dt="2026-09-12T12:21:49.149" v="30" actId="255"/>
          <ac:spMkLst>
            <pc:docMk/>
            <pc:sldMk cId="0" sldId="278"/>
            <ac:spMk id="23" creationId="{00000000-0000-0000-0000-000000000000}"/>
          </ac:spMkLst>
        </pc:spChg>
        <pc:spChg chg="mod">
          <ac:chgData name="Shubham Kuiri" userId="6e998787ffb65f0c" providerId="LiveId" clId="{992E50E2-4F0C-4A63-A5EC-F4DFDA4F1202}" dt="2026-09-12T12:21:32.815" v="26" actId="255"/>
          <ac:spMkLst>
            <pc:docMk/>
            <pc:sldMk cId="0" sldId="278"/>
            <ac:spMk id="24" creationId="{00000000-0000-0000-0000-000000000000}"/>
          </ac:spMkLst>
        </pc:spChg>
      </pc:sldChg>
      <pc:sldChg chg="modSp mod">
        <pc:chgData name="Shubham Kuiri" userId="6e998787ffb65f0c" providerId="LiveId" clId="{992E50E2-4F0C-4A63-A5EC-F4DFDA4F1202}" dt="2026-09-12T12:21:06.161" v="22" actId="255"/>
        <pc:sldMkLst>
          <pc:docMk/>
          <pc:sldMk cId="0" sldId="279"/>
        </pc:sldMkLst>
        <pc:spChg chg="mod">
          <ac:chgData name="Shubham Kuiri" userId="6e998787ffb65f0c" providerId="LiveId" clId="{992E50E2-4F0C-4A63-A5EC-F4DFDA4F1202}" dt="2026-09-12T12:20:53.443" v="19" actId="255"/>
          <ac:spMkLst>
            <pc:docMk/>
            <pc:sldMk cId="0" sldId="279"/>
            <ac:spMk id="8" creationId="{00000000-0000-0000-0000-000000000000}"/>
          </ac:spMkLst>
        </pc:spChg>
        <pc:spChg chg="mod">
          <ac:chgData name="Shubham Kuiri" userId="6e998787ffb65f0c" providerId="LiveId" clId="{992E50E2-4F0C-4A63-A5EC-F4DFDA4F1202}" dt="2026-09-12T12:20:36.588" v="15" actId="255"/>
          <ac:spMkLst>
            <pc:docMk/>
            <pc:sldMk cId="0" sldId="279"/>
            <ac:spMk id="9" creationId="{00000000-0000-0000-0000-000000000000}"/>
          </ac:spMkLst>
        </pc:spChg>
        <pc:spChg chg="mod">
          <ac:chgData name="Shubham Kuiri" userId="6e998787ffb65f0c" providerId="LiveId" clId="{992E50E2-4F0C-4A63-A5EC-F4DFDA4F1202}" dt="2026-09-12T12:20:56.827" v="20" actId="255"/>
          <ac:spMkLst>
            <pc:docMk/>
            <pc:sldMk cId="0" sldId="279"/>
            <ac:spMk id="13" creationId="{00000000-0000-0000-0000-000000000000}"/>
          </ac:spMkLst>
        </pc:spChg>
        <pc:spChg chg="mod">
          <ac:chgData name="Shubham Kuiri" userId="6e998787ffb65f0c" providerId="LiveId" clId="{992E50E2-4F0C-4A63-A5EC-F4DFDA4F1202}" dt="2026-09-12T12:20:39.816" v="16" actId="255"/>
          <ac:spMkLst>
            <pc:docMk/>
            <pc:sldMk cId="0" sldId="279"/>
            <ac:spMk id="14" creationId="{00000000-0000-0000-0000-000000000000}"/>
          </ac:spMkLst>
        </pc:spChg>
        <pc:spChg chg="mod">
          <ac:chgData name="Shubham Kuiri" userId="6e998787ffb65f0c" providerId="LiveId" clId="{992E50E2-4F0C-4A63-A5EC-F4DFDA4F1202}" dt="2026-09-12T12:21:02.231" v="21" actId="255"/>
          <ac:spMkLst>
            <pc:docMk/>
            <pc:sldMk cId="0" sldId="279"/>
            <ac:spMk id="18" creationId="{00000000-0000-0000-0000-000000000000}"/>
          </ac:spMkLst>
        </pc:spChg>
        <pc:spChg chg="mod">
          <ac:chgData name="Shubham Kuiri" userId="6e998787ffb65f0c" providerId="LiveId" clId="{992E50E2-4F0C-4A63-A5EC-F4DFDA4F1202}" dt="2026-09-12T12:20:43.638" v="17" actId="255"/>
          <ac:spMkLst>
            <pc:docMk/>
            <pc:sldMk cId="0" sldId="279"/>
            <ac:spMk id="19" creationId="{00000000-0000-0000-0000-000000000000}"/>
          </ac:spMkLst>
        </pc:spChg>
        <pc:spChg chg="mod">
          <ac:chgData name="Shubham Kuiri" userId="6e998787ffb65f0c" providerId="LiveId" clId="{992E50E2-4F0C-4A63-A5EC-F4DFDA4F1202}" dt="2026-09-12T12:21:06.161" v="22" actId="255"/>
          <ac:spMkLst>
            <pc:docMk/>
            <pc:sldMk cId="0" sldId="279"/>
            <ac:spMk id="23" creationId="{00000000-0000-0000-0000-000000000000}"/>
          </ac:spMkLst>
        </pc:spChg>
        <pc:spChg chg="mod">
          <ac:chgData name="Shubham Kuiri" userId="6e998787ffb65f0c" providerId="LiveId" clId="{992E50E2-4F0C-4A63-A5EC-F4DFDA4F1202}" dt="2026-09-12T12:20:47.583" v="18" actId="255"/>
          <ac:spMkLst>
            <pc:docMk/>
            <pc:sldMk cId="0" sldId="279"/>
            <ac:spMk id="2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7178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1F3358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822960"/>
            <a:ext cx="3108960" cy="31089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5120640"/>
            <a:ext cx="2926080" cy="2926080"/>
          </a:xfrm>
          <a:prstGeom prst="ellipse">
            <a:avLst/>
          </a:prstGeom>
          <a:solidFill>
            <a:srgbClr val="1F335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 Booking Analysis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375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3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Booking Patterns &amp; Cancellation Drivers Across City and Resort Hotels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12801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Shubham Prasad Kuiri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6817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 | India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822960" y="5989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119,390 Bookings  •  32 Features  •  City &amp; Resort Hotels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9260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Context &amp; Project Objectives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291840" cy="1417320"/>
          </a:xfrm>
          <a:prstGeom prst="roundRect">
            <a:avLst>
              <a:gd name="adj" fmla="val 5806"/>
            </a:avLst>
          </a:prstGeom>
          <a:solidFill>
            <a:srgbClr val="1623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80136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400" b="1" dirty="0">
                <a:solidFill>
                  <a:srgbClr val="E7C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119,390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5328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Booking Records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3291840" cy="1417320"/>
          </a:xfrm>
          <a:prstGeom prst="roundRect">
            <a:avLst>
              <a:gd name="adj" fmla="val 5806"/>
            </a:avLst>
          </a:prstGeom>
          <a:solidFill>
            <a:srgbClr val="1623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340156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400" b="1" dirty="0">
                <a:solidFill>
                  <a:srgbClr val="E7C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1330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per Booking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892040"/>
            <a:ext cx="3291840" cy="1417320"/>
          </a:xfrm>
          <a:prstGeom prst="roundRect">
            <a:avLst>
              <a:gd name="adj" fmla="val 5806"/>
            </a:avLst>
          </a:prstGeom>
          <a:solidFill>
            <a:srgbClr val="1623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500176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400" b="1" dirty="0">
                <a:solidFill>
                  <a:srgbClr val="E7C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27.5%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7332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Cancellation Rate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16916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than 1 in 4 hotel bookings in this dataset ends in cancellation — a direct hit to revenue predictability and operational planning.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26974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0" y="2999232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analyzes booking data from a City Hotel and a Resort Hotel to uncover the patterns behind cancellations, revenue (ADR), and customer behavior — turning raw reservation records into data-driven recommendations for hotel management.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39776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ANALYSIS DELIVERS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14800" y="4279392"/>
            <a:ext cx="7589520" cy="2029968"/>
          </a:xfrm>
          <a:prstGeom prst="roundRect">
            <a:avLst>
              <a:gd name="adj" fmla="val 4054"/>
            </a:avLst>
          </a:prstGeom>
          <a:solidFill>
            <a:srgbClr val="EEF2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07408" y="4572000"/>
            <a:ext cx="700430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booking attributes most influence cancellations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seasonal demand, pricing (ADR) and revenue patterns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customer segments — by type, origin, and loyalty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findings into actionable recommendations for management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9260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Snapshot &amp; Preparation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441448" cy="1481328"/>
          </a:xfrm>
          <a:prstGeom prst="roundRect">
            <a:avLst>
              <a:gd name="adj" fmla="val 5556"/>
            </a:avLst>
          </a:prstGeom>
          <a:solidFill>
            <a:srgbClr val="EEF2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828800"/>
            <a:ext cx="167317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1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87,377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85216" y="2395728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unique records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(after removing duplicates)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26664" y="1682496"/>
            <a:ext cx="2606040" cy="1481328"/>
          </a:xfrm>
          <a:prstGeom prst="roundRect">
            <a:avLst>
              <a:gd name="adj" fmla="val 5556"/>
            </a:avLst>
          </a:prstGeom>
          <a:solidFill>
            <a:srgbClr val="EEF2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36260" y="1828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1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3236259" y="2423160"/>
            <a:ext cx="180190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types — City Hotel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Resort Hotel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355848"/>
            <a:ext cx="2441448" cy="1481328"/>
          </a:xfrm>
          <a:prstGeom prst="roundRect">
            <a:avLst>
              <a:gd name="adj" fmla="val 5556"/>
            </a:avLst>
          </a:prstGeom>
          <a:solidFill>
            <a:srgbClr val="EEF2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" y="3493008"/>
            <a:ext cx="15924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1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177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4087368"/>
            <a:ext cx="2276856" cy="515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represented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guests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026664" y="3355848"/>
            <a:ext cx="2606040" cy="1481328"/>
          </a:xfrm>
          <a:prstGeom prst="roundRect">
            <a:avLst>
              <a:gd name="adj" fmla="val 5556"/>
            </a:avLst>
          </a:prstGeom>
          <a:solidFill>
            <a:srgbClr val="EEF2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36259" y="3493008"/>
            <a:ext cx="17691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1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€106.35 avg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3236258" y="4087368"/>
            <a:ext cx="2070847" cy="515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Daily Rate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(ADR) across bookings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882335" y="1472184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PREPARATION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61125" y="1709928"/>
            <a:ext cx="5852160" cy="3147150"/>
          </a:xfrm>
          <a:prstGeom prst="roundRect">
            <a:avLst>
              <a:gd name="adj" fmla="val 2727"/>
            </a:avLst>
          </a:prstGeom>
          <a:solidFill>
            <a:srgbClr val="EEF2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64936" y="1843323"/>
            <a:ext cx="5641848" cy="2774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32,013 duplicate records (119,390 → 87,377 unique bookings).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missing values: company/agent → 0, country → mode, children → median.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reservation_status_date from text to proper datetime format.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Investigated outliers in ADR and guest counts (adults/children/babies).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 cleaned dataset for reproducible, repeatable analysis.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859475" y="5084064"/>
            <a:ext cx="589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DATA MATTERS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882336" y="5486400"/>
            <a:ext cx="5852160" cy="82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32 attributes spanning booking timing, pricing, guest profile and cancellation status, this dataset provides enough granularity to isolate exactly which factors drive cancellations and revenue.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9260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Analytical Approach &amp; Tools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13332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EEF2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892808"/>
            <a:ext cx="566928" cy="566928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18928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C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5623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221992"/>
            <a:ext cx="434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missing values, fixed data types, removed duplicate records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34190" y="1513332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EEF2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19088" y="1892808"/>
            <a:ext cx="566928" cy="566928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19088" y="18928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C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185623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222199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statistics for numerical &amp; categorical variables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EEF2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392424"/>
            <a:ext cx="566928" cy="566928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" y="33924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C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34168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721608"/>
            <a:ext cx="4343400" cy="351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and relationship charts across key variables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01917" y="3058220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EEF2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19088" y="3392424"/>
            <a:ext cx="566928" cy="566928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19088" y="33924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C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335584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Analysis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0" y="372160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booking, cancellation &amp; ADR trends over time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613148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EEF2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4892040"/>
            <a:ext cx="566928" cy="566928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4892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C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371600" y="485546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Analysis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371600" y="522122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by hotel type, customer type &amp; booking channel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101917" y="4613148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EEF2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19088" y="4892040"/>
            <a:ext cx="566928" cy="566928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19088" y="4892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C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132320" y="485546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&amp; Cancellation Analysis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132320" y="522122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booking attributes to cancellation &amp; ADR outcomes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226436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 </a:t>
            </a: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(pandas, numpy) for data wrangling  •  matplotlib &amp; seaborn for visualization  •  Jupyter Notebook for reproducible analysis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1F3358"/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3566160"/>
            <a:ext cx="2011680" cy="20116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ONE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260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Questions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3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data-driven answers on booking timing, pricing, and guest composition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969EA89E-CD3F-E43D-E50A-9D9A3D4C92A7}"/>
              </a:ext>
            </a:extLst>
          </p:cNvPr>
          <p:cNvSpPr/>
          <p:nvPr/>
        </p:nvSpPr>
        <p:spPr>
          <a:xfrm>
            <a:off x="411480" y="64099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Booking Analysis — EDA &amp; Strategic Insights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9260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QUESTION 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Lead Time: Canceled vs. Completed Bookings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6446520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6" name="Image 0" descr="/home/claude/pptx_build/images/img_024_cell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90165"/>
            <a:ext cx="5989320" cy="402658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23760" y="1990165"/>
            <a:ext cx="4434840" cy="4123944"/>
          </a:xfrm>
          <a:prstGeom prst="roundRect">
            <a:avLst>
              <a:gd name="adj" fmla="val 1856"/>
            </a:avLst>
          </a:prstGeom>
          <a:solidFill>
            <a:srgbClr val="EEF2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16368" y="2202180"/>
            <a:ext cx="3849624" cy="3505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  <a:spcAft>
                <a:spcPts val="1200"/>
              </a:spcAft>
              <a:buSzPct val="100000"/>
            </a:pPr>
            <a:endParaRPr lang="en-US" sz="1600" dirty="0">
              <a:solidFill>
                <a:srgbClr val="16233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Canceled bookings average 105.7 days lead time vs. just 70.1 days for completed stays.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who eventually cancel book roughly 36 days earlier, on average, than those who check out.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made well in advance are noticeably more susceptible to cancellation.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is a strong early signal that can feed a cancellation-risk score</a:t>
            </a: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9260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QUESTION 02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Month Sees the Highest Booking Volume?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212080" y="1600200"/>
            <a:ext cx="6446520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6" name="Image 0" descr="/home/claude/pptx_build/images/img_025_cell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892808"/>
            <a:ext cx="5989320" cy="41239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892808"/>
            <a:ext cx="4434840" cy="4123944"/>
          </a:xfrm>
          <a:prstGeom prst="roundRect">
            <a:avLst>
              <a:gd name="adj" fmla="val 1856"/>
            </a:avLst>
          </a:prstGeom>
          <a:solidFill>
            <a:srgbClr val="EEF2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0843" y="2259106"/>
            <a:ext cx="3849624" cy="3415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  <a:spcAft>
                <a:spcPts val="1200"/>
              </a:spcAft>
              <a:buSzPct val="100000"/>
            </a:pPr>
            <a:endParaRPr lang="en-US" sz="1600" dirty="0">
              <a:solidFill>
                <a:srgbClr val="16233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is the busiest month with 11,257 bookings.</a:t>
            </a:r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climbs steadily from January and peaks across July–August.</a:t>
            </a:r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sharp decline follows August, marking the end of peak season.</a:t>
            </a:r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is the quietest month (4,691 bookings) — the clearest off-season signal.</a:t>
            </a:r>
          </a:p>
        </p:txBody>
      </p:sp>
      <p:sp>
        <p:nvSpPr>
          <p:cNvPr id="10" name="Text 7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9260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QUESTION 03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ADR Distribution Across Customer Types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6446520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6" name="Image 0" descr="/home/claude/pptx_build/images/img_026_cell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92808"/>
            <a:ext cx="5989320" cy="412394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23760" y="1892808"/>
            <a:ext cx="4434840" cy="4123944"/>
          </a:xfrm>
          <a:prstGeom prst="roundRect">
            <a:avLst>
              <a:gd name="adj" fmla="val 1856"/>
            </a:avLst>
          </a:prstGeom>
          <a:solidFill>
            <a:srgbClr val="EEF2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16368" y="2399673"/>
            <a:ext cx="3849624" cy="3230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(individual) customers generate the highest ADR at 110.1 — the most valuable segment.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(92.8), Transient-Party (87.7) and Group (84.4) follow, in that order.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travelers consistently pay more per night than group or contract bookings.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bookings show the lowest ADR, consistent with bulk-rate discounting.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9260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QUESTION 04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 Requests: Volume &amp; Average per Booking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212080" y="1600200"/>
            <a:ext cx="6446520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6" name="Image 0" descr="/home/claude/pptx_build/images/img_027_cell9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846729"/>
            <a:ext cx="5989320" cy="429409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2097333"/>
            <a:ext cx="4434840" cy="3714896"/>
          </a:xfrm>
          <a:prstGeom prst="roundRect">
            <a:avLst>
              <a:gd name="adj" fmla="val 1856"/>
            </a:avLst>
          </a:prstGeom>
          <a:solidFill>
            <a:srgbClr val="EEF2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62000" y="2581834"/>
            <a:ext cx="3849624" cy="295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43,496 bookings included at least one special request; 43,881 had none — almost an even split.</a:t>
            </a:r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make 0.70 special requests per booking on average.</a:t>
            </a:r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those who do ask, most request just one thing (29,013 bookings).</a:t>
            </a:r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of four or five are rare — heavy customization is uncommon.</a:t>
            </a:r>
          </a:p>
        </p:txBody>
      </p:sp>
      <p:sp>
        <p:nvSpPr>
          <p:cNvPr id="10" name="Text 7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9260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QUESTION 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Cancellation Rate by Market Segment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99616"/>
            <a:ext cx="6446520" cy="4654296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6" name="Image 0" descr="/home/claude/pptx_build/images/img_028_cell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66900"/>
            <a:ext cx="5989320" cy="41239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23760" y="2133600"/>
            <a:ext cx="4434840" cy="3590544"/>
          </a:xfrm>
          <a:prstGeom prst="roundRect">
            <a:avLst>
              <a:gd name="adj" fmla="val 1856"/>
            </a:avLst>
          </a:prstGeom>
          <a:solidFill>
            <a:srgbClr val="EEF2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16368" y="2548666"/>
            <a:ext cx="3849624" cy="2964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TA has the highest cancellation rate among major segments, at 35.3%.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(27.0%) and Aviation (19.8%) also run well above average.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(12.1%) and Complementary (12.5%) bookings are the most reliable.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TA combines the largest volume with the highest risk — the top priority for intervention.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9260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QUESTION 06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Distribution Channel Earns the Highest ADR?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212080" y="1600200"/>
            <a:ext cx="6446520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6" name="Image 0" descr="/home/claude/pptx_build/images/img_029_cell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837765"/>
            <a:ext cx="5989320" cy="429409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2142565"/>
            <a:ext cx="4434840" cy="3718740"/>
          </a:xfrm>
          <a:prstGeom prst="roundRect">
            <a:avLst>
              <a:gd name="adj" fmla="val 1856"/>
            </a:avLst>
          </a:prstGeom>
          <a:solidFill>
            <a:srgbClr val="EEF2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2593881"/>
            <a:ext cx="3849624" cy="2816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 delivers the highest ADR at 120.3 — the most profitable channel per booking.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(109.1) and TA/TO (108.6) channels also perform strongly.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bookings run a noticeably lower ADR (68.6), reflecting negotiated rates.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 and Direct channels merit continued investment for revenue growth.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9260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QUESTION 07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Between Lead Time and Length of Stay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6446520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6" name="Image 0" descr="/home/claude/pptx_build/images/img_031_cell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77141"/>
            <a:ext cx="5989320" cy="412376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23760" y="2097333"/>
            <a:ext cx="4434840" cy="3714895"/>
          </a:xfrm>
          <a:prstGeom prst="roundRect">
            <a:avLst>
              <a:gd name="adj" fmla="val 1856"/>
            </a:avLst>
          </a:prstGeom>
          <a:solidFill>
            <a:srgbClr val="EEF2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16368" y="2457176"/>
            <a:ext cx="3849624" cy="3163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and total length of stay show only a weak positive correlation (r = 0.318).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who book further ahead tend to stay marginally longer, not substantially longer.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stays cluster within 0–15 nights regardless of how early the booking was made.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alone is not a reliable predictor of stay duration.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9260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QUESTION 08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Bookings That Include Children and/or Babies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212080" y="1600200"/>
            <a:ext cx="6446520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6" name="Image 0" descr="/home/claude/pptx_build/images/img_032_cell1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413" y="1828800"/>
            <a:ext cx="5539882" cy="4251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2079812"/>
            <a:ext cx="4434840" cy="3747247"/>
          </a:xfrm>
          <a:prstGeom prst="roundRect">
            <a:avLst>
              <a:gd name="adj" fmla="val 1856"/>
            </a:avLst>
          </a:prstGeom>
          <a:solidFill>
            <a:srgbClr val="EEF2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2691383"/>
            <a:ext cx="3849624" cy="2590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89.6% of bookings (78,274) have no children or babies.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10.4% (9,103) are family bookings.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Couples, solo travelers and business guests make up the core customer base.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travel is a smaller but meaningful segment worth targeted packages.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9260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QUESTION 09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Time: Repeated Guests vs. New Guests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6446520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6" name="Image 0" descr="/home/claude/pptx_build/images/img_033_cell1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33" y="1828800"/>
            <a:ext cx="5987454" cy="4251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23760" y="1892808"/>
            <a:ext cx="4434840" cy="4187952"/>
          </a:xfrm>
          <a:prstGeom prst="roundRect">
            <a:avLst>
              <a:gd name="adj" fmla="val 1856"/>
            </a:avLst>
          </a:prstGeom>
          <a:solidFill>
            <a:srgbClr val="EEF2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16368" y="2230329"/>
            <a:ext cx="3849624" cy="3512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guests book 82.5 days ahead on average — repeated guests book just 17.2 days out.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guests plan far closer to arrival, reflecting familiarity and confidence in the hotel.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appear to need more advance planning time before committing.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loyalty program could shift more first-time guests toward repeat, shorter-lead bookings.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9260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QUESTION 10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Common Reserved vs. Assigned Room Type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212080" y="1600200"/>
            <a:ext cx="6446520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6" name="Image 0" descr="/home/claude/pptx_build/images/img_034_cell1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846729"/>
            <a:ext cx="5989320" cy="430305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21208" y="1909815"/>
            <a:ext cx="4434840" cy="4106936"/>
          </a:xfrm>
          <a:prstGeom prst="roundRect">
            <a:avLst>
              <a:gd name="adj" fmla="val 1856"/>
            </a:avLst>
          </a:prstGeom>
          <a:solidFill>
            <a:srgbClr val="EEF2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2413939"/>
            <a:ext cx="3849624" cy="3064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Type A → Room Type A is the most common allocation, with 45,871 bookings.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bookings sit along the diagonal — guests generally receive what they reserved.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exception is A → D (6,403 bookings), suggesting frequent upgrades or reassignments.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reassignments are rare, pointing to efficient room inventory management.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4389120" cy="4389120"/>
          </a:xfrm>
          <a:prstGeom prst="ellipse">
            <a:avLst/>
          </a:prstGeom>
          <a:solidFill>
            <a:srgbClr val="1F3358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4480560"/>
            <a:ext cx="1828800" cy="18288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TWO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260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Subjective Questions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3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behavioral stories behind cancellations and guest origin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505" y="64099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Booking Analysis — EDA &amp; Strategic Insights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9260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QUESTION 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Lead Time Affect Cancellation Likelihood?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6446520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6" name="Image 0" descr="/home/claude/pptx_build/images/img_035_cell1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37360"/>
            <a:ext cx="5989320" cy="45171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23760" y="2151528"/>
            <a:ext cx="4434840" cy="3711389"/>
          </a:xfrm>
          <a:prstGeom prst="roundRect">
            <a:avLst>
              <a:gd name="adj" fmla="val 1856"/>
            </a:avLst>
          </a:prstGeom>
          <a:solidFill>
            <a:srgbClr val="EEF2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16368" y="2456330"/>
            <a:ext cx="3849624" cy="3149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 climbs steadily with lead time: 16.4% (0–30 days) to 40.9% (365+ days).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rate nearly doubles once bookings pass the 31–60-day mark (31.6%).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made far in advance carry meaningfully higher cancellation risk.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is a strong, actionable input for risk-based booking and deposit policies.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9260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QUESTION 02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48235" y="603504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Impact Do Special Requests Have on Cancellations?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212080" y="1600200"/>
            <a:ext cx="6446520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6" name="Image 0" descr="/home/claude/pptx_build/images/img_036_cell1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864658"/>
            <a:ext cx="5989320" cy="427616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2070847"/>
            <a:ext cx="4434840" cy="3854824"/>
          </a:xfrm>
          <a:prstGeom prst="roundRect">
            <a:avLst>
              <a:gd name="adj" fmla="val 1856"/>
            </a:avLst>
          </a:prstGeom>
          <a:solidFill>
            <a:srgbClr val="EEF2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470404"/>
            <a:ext cx="3849624" cy="3055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with no special requests have the highest cancellation rate (33.2%).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 falls consistently as the number of requests rises.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with 5 requests cancel least often (5.6%) — the most reliable group.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Encouraging guests to specify preferences appears to correlate with stronger commitment.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9260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QUESTION 03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Behavior: International vs. Domestic Guests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99882"/>
            <a:ext cx="6446520" cy="2517738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76200" dist="25400" dir="5400000" algn="bl" rotWithShape="0">
              <a:srgbClr val="1B2A4A">
                <a:alpha val="16000"/>
              </a:srgbClr>
            </a:outerShdw>
          </a:effectLst>
        </p:spPr>
      </p:sp>
      <p:pic>
        <p:nvPicPr>
          <p:cNvPr id="6" name="Image 0" descr="/home/claude/pptx_build/images/img_037_cell1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009" y="1499616"/>
            <a:ext cx="5861662" cy="21579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091940"/>
            <a:ext cx="6446520" cy="2473452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76200" dist="25400" dir="5400000" algn="bl" rotWithShape="0">
              <a:srgbClr val="1B2A4A">
                <a:alpha val="16000"/>
              </a:srgbClr>
            </a:outerShdw>
          </a:effectLst>
        </p:spPr>
      </p:sp>
      <p:pic>
        <p:nvPicPr>
          <p:cNvPr id="8" name="Image 1" descr="/home/claude/pptx_build/images/img_038_cell1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660" y="4186519"/>
            <a:ext cx="5414682" cy="227703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223760" y="1819834"/>
            <a:ext cx="4434840" cy="4312025"/>
          </a:xfrm>
          <a:prstGeom prst="roundRect">
            <a:avLst>
              <a:gd name="adj" fmla="val 1856"/>
            </a:avLst>
          </a:prstGeom>
          <a:solidFill>
            <a:srgbClr val="EEF2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516367" y="2444854"/>
            <a:ext cx="3849624" cy="3019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guests generate 59,491 bookings vs. 27,886 domestic — more than double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guests also stay longer on average (3.9 vs. 3.1 nights)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hotel has strong international appeal, while domestic remains a solid base segment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international stays translate into higher occupancy and revenue per booking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9260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QUESTION 04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Impact of Day-of-Week on Cancellations?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212080" y="1600200"/>
            <a:ext cx="6446520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6" name="Image 0" descr="/home/claude/pptx_build/images/img_039_cell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892808"/>
            <a:ext cx="5989320" cy="41239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892808"/>
            <a:ext cx="4434840" cy="4123944"/>
          </a:xfrm>
          <a:prstGeom prst="roundRect">
            <a:avLst>
              <a:gd name="adj" fmla="val 1856"/>
            </a:avLst>
          </a:prstGeom>
          <a:solidFill>
            <a:srgbClr val="EEF2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2384612"/>
            <a:ext cx="3849624" cy="3415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(30.5%) and Saturday (30.1%) see the highest cancellation rates.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 is the most reliable day to arrive (24.3%), with Wednesday close behind (25.5%).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risk climbs steadily from Tuesday through Friday, then eases toward Sunday (26.6%).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Weekend-adjacent arrivals consistently carry higher cancellation risk than midweek ones.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9260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QUESTION 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471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International Markets &amp; How They Compare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80744"/>
            <a:ext cx="6446520" cy="2436876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76200" dist="25400" dir="5400000" algn="bl" rotWithShape="0">
              <a:srgbClr val="1B2A4A">
                <a:alpha val="16000"/>
              </a:srgbClr>
            </a:outerShdw>
          </a:effectLst>
        </p:spPr>
      </p:sp>
      <p:pic>
        <p:nvPicPr>
          <p:cNvPr id="6" name="Image 0" descr="/home/claude/pptx_build/images/img_040_cell1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009" y="1467612"/>
            <a:ext cx="5942344" cy="227067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091940"/>
            <a:ext cx="6446520" cy="2436876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76200" dist="25400" dir="5400000" algn="bl" rotWithShape="0">
              <a:srgbClr val="1B2A4A">
                <a:alpha val="16000"/>
              </a:srgbClr>
            </a:outerShdw>
          </a:effectLst>
        </p:spPr>
      </p:sp>
      <p:pic>
        <p:nvPicPr>
          <p:cNvPr id="8" name="Image 1" descr="/home/claude/pptx_build/images/img_041_cell1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99" y="4168588"/>
            <a:ext cx="5853953" cy="22860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223760" y="1909482"/>
            <a:ext cx="4434840" cy="4007223"/>
          </a:xfrm>
          <a:prstGeom prst="roundRect">
            <a:avLst>
              <a:gd name="adj" fmla="val 1856"/>
            </a:avLst>
          </a:prstGeom>
          <a:solidFill>
            <a:srgbClr val="EEF2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516368" y="2259106"/>
            <a:ext cx="3849624" cy="342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Britain (10,433), France (8,837) and Spain (7,252) are the top three international markets.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countries dominate the list of international guest origins.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GBR and Germany book furthest ahead (117 and 105 days); Spain books latest (52 days).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guests (64 days) sit mid-range — later than most top international markets except Spain.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9260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 · 1 OF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 Cancellations at the Source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EEF2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89280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8745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deposit policy by lead time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468880"/>
            <a:ext cx="49286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Canceled bookings average 105.7 days of lead time vs. 70.1 for completions. Require partial deposits on bookings placed 60+ days out to lock in early commitments.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EEF2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19088" y="189280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19088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18745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Online TA cancellation management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73952" y="2468880"/>
            <a:ext cx="49286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TA drives the largest booking volume and the highest cancellation rate (35.3%). Even small improvements here have outsized revenue impact.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09194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EEF2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427024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25196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guests for special requests at booking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4846320"/>
            <a:ext cx="49286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 falls from 33.2% (no requests) to 5.6% (5 requests). A simple preference prompt at checkout can nudge commitment upward.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17920" y="406908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EEF2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19088" y="427024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19088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425196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Non-Refund policy design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73952" y="4846320"/>
            <a:ext cx="49286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Non-Refund bookings still cancel 94.7% of the time. Reassess whether this policy is achieving its intended lock-in effect or needs redesign.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9260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 · 2 OF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 Revenue &amp; Pricing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EEF2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89280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8745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seasonal pricing window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468880"/>
            <a:ext cx="49286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peaks in August (150.9) and troughs in November (72.8). Consider stretching premium pricing slightly earlier/later into the shoulder season.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EEF2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19088" y="189280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19088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18745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GDS and Direct channel share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73952" y="2468880"/>
            <a:ext cx="49286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 (120.3 ADR) and Direct (109.1) outperform Corporate (68.6). Shifting mix toward these channels improves per-booking revenue and cuts commission costs.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06908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EEF2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427024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25196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retention for City Hotel bookings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4846320"/>
            <a:ext cx="49286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Hotels cancel at 30.0% vs. 23.5% for Resort Hotels, while carrying the larger revenue share — the highest-leverage property type for retention efforts.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17920" y="406908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EEF2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19088" y="427024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19088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425196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packages for Transient guests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73952" y="4846320"/>
            <a:ext cx="49286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customers already pay the highest ADR (110.1). Curated upsells (room upgrades, add-ons) can extend this without discounting group/contract rates.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9260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 · 3 OF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Underserved Guest Segments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EEF2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89280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8745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Family-friendly packages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468880"/>
            <a:ext cx="49286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bookings (children/babies) are just 10.4% of volume. Bundled family packages could grow this segment meaningfully with limited cannibalization risk.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EEF2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19088" y="189280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19088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18745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program for new-to-repeat conversion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73952" y="2468880"/>
            <a:ext cx="49286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guests book 82.5 days out vs. 17.2 for repeat guests. A loyalty program could shorten planning cycles and build repeat, lower-risk demand.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06908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EEF2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427024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25196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Last-minute domestic promotions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4846320"/>
            <a:ext cx="49286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guests already book later (64 days) than most top international markets. Flash/last-minute offers could fill gaps closer to arrival dates.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17920" y="406908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EEF2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19088" y="427024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19088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425196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beyond the top-3 international markets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73952" y="4846320"/>
            <a:ext cx="49286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GBR, France and Spain dominate international demand. Targeted campaigns in Italy, Ireland and adjacent markets can diversify the guest base.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480560"/>
            <a:ext cx="1645920" cy="1645920"/>
          </a:xfrm>
          <a:prstGeom prst="ellipse">
            <a:avLst/>
          </a:prstGeom>
          <a:solidFill>
            <a:srgbClr val="1F3358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645920"/>
            <a:ext cx="3291840" cy="32918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59436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48463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Tells Hotel Management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2880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Cancellations are predictable: lead time, deposit type, market segment and special-request count all move the cancellation rate in consistent, actionable ways.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seasonal and channel-dependent: ADR peaks in August and GDS/Direct channels consistently out-earn Corporate and TA/TO.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fall into distinct behavioral groups: new vs. repeat, domestic vs. international, transient vs. group — each with a different planning horizon and value profile.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4434840"/>
            <a:ext cx="109728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46634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E7C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These are not just numbers — they are a roadmap. Acting on lead time, channel mix, and guest segmentation can meaningfully reduce cancellations and lift revenue without changing a single room.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64099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Booking Analysis — EDA &amp; Strategic Insights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9260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&amp; Sources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10881360" cy="822960"/>
          </a:xfrm>
          <a:prstGeom prst="roundRect">
            <a:avLst>
              <a:gd name="adj" fmla="val 10000"/>
            </a:avLst>
          </a:prstGeom>
          <a:solidFill>
            <a:srgbClr val="EEF2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350008"/>
            <a:ext cx="10296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hotel_bookings.csv — 119,390 records, 32 features, covering a City Hotel and a Resort Hotel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063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LIBRARIES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10881360" cy="1417320"/>
          </a:xfrm>
          <a:prstGeom prst="roundRect">
            <a:avLst>
              <a:gd name="adj" fmla="val 5806"/>
            </a:avLst>
          </a:prstGeom>
          <a:solidFill>
            <a:srgbClr val="EEF2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3675888"/>
            <a:ext cx="1029614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pandas &amp; numpy for data cleaning and aggregation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&amp; seaborn for all visualizations in this analysis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for exploratory analysis and documentation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983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5303520"/>
            <a:ext cx="10881360" cy="6858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5596128"/>
            <a:ext cx="1029614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Shubham Prasad Kuiri — Data Analyst Intern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8235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Booking Analysis — EDA &amp; Strategic Insights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2162</Words>
  <Application>Microsoft Office PowerPoint</Application>
  <PresentationFormat>Widescreen</PresentationFormat>
  <Paragraphs>276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Shubham Kuiri</cp:lastModifiedBy>
  <cp:revision>2</cp:revision>
  <dcterms:created xsi:type="dcterms:W3CDTF">2026-09-08T08:03:49Z</dcterms:created>
  <dcterms:modified xsi:type="dcterms:W3CDTF">2026-09-12T12:27:34Z</dcterms:modified>
</cp:coreProperties>
</file>